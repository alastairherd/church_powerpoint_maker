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4"/>
  </p:notesMasterIdLst>
  <p:handoutMasterIdLst>
    <p:handoutMasterId r:id="rId55"/>
  </p:handoutMasterIdLst>
  <p:sldIdLst>
    <p:sldId id="292" r:id="rId5"/>
    <p:sldId id="1075" r:id="rId6"/>
    <p:sldId id="975" r:id="rId7"/>
    <p:sldId id="967" r:id="rId8"/>
    <p:sldId id="1062" r:id="rId9"/>
    <p:sldId id="1064" r:id="rId10"/>
    <p:sldId id="1063" r:id="rId11"/>
    <p:sldId id="1065" r:id="rId12"/>
    <p:sldId id="1044" r:id="rId13"/>
    <p:sldId id="444" r:id="rId14"/>
    <p:sldId id="1000" r:id="rId15"/>
    <p:sldId id="1004" r:id="rId16"/>
    <p:sldId id="1005" r:id="rId17"/>
    <p:sldId id="1007" r:id="rId18"/>
    <p:sldId id="1008" r:id="rId19"/>
    <p:sldId id="571" r:id="rId20"/>
    <p:sldId id="1217" r:id="rId21"/>
    <p:sldId id="1224" r:id="rId22"/>
    <p:sldId id="1225" r:id="rId23"/>
    <p:sldId id="943" r:id="rId24"/>
    <p:sldId id="688" r:id="rId25"/>
    <p:sldId id="1123" r:id="rId26"/>
    <p:sldId id="1134" r:id="rId27"/>
    <p:sldId id="770" r:id="rId28"/>
    <p:sldId id="1010" r:id="rId29"/>
    <p:sldId id="1011" r:id="rId30"/>
    <p:sldId id="1012" r:id="rId31"/>
    <p:sldId id="1013" r:id="rId32"/>
    <p:sldId id="1014" r:id="rId33"/>
    <p:sldId id="1015" r:id="rId34"/>
    <p:sldId id="1016" r:id="rId35"/>
    <p:sldId id="1017" r:id="rId36"/>
    <p:sldId id="1018" r:id="rId37"/>
    <p:sldId id="1019" r:id="rId38"/>
    <p:sldId id="1020" r:id="rId39"/>
    <p:sldId id="1021" r:id="rId40"/>
    <p:sldId id="1022" r:id="rId41"/>
    <p:sldId id="1023" r:id="rId42"/>
    <p:sldId id="1024" r:id="rId43"/>
    <p:sldId id="1228" r:id="rId44"/>
    <p:sldId id="1239" r:id="rId45"/>
    <p:sldId id="1241" r:id="rId46"/>
    <p:sldId id="1242" r:id="rId47"/>
    <p:sldId id="1240" r:id="rId48"/>
    <p:sldId id="1243" r:id="rId49"/>
    <p:sldId id="1245" r:id="rId50"/>
    <p:sldId id="1244" r:id="rId51"/>
    <p:sldId id="1026" r:id="rId52"/>
    <p:sldId id="302" r:id="rId53"/>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ECCBC1-7DB0-4FFE-A82C-431A6B0C0D23}" v="122" dt="2026-07-12T09:31:53.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2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29EE9D-C86B-469A-AE6F-C1643C48D5ED}"/>
              </a:ext>
            </a:extLst>
          </p:cNvPr>
          <p:cNvSpPr txBox="1">
            <a:spLocks noGrp="1"/>
          </p:cNvSpPr>
          <p:nvPr>
            <p:ph type="hdr" sz="quarter"/>
          </p:nvPr>
        </p:nvSpPr>
        <p:spPr>
          <a:xfrm>
            <a:off x="0" y="0"/>
            <a:ext cx="3280680" cy="534240"/>
          </a:xfrm>
          <a:prstGeom prst="rect">
            <a:avLst/>
          </a:prstGeom>
          <a:noFill/>
          <a:ln>
            <a:noFill/>
          </a:ln>
        </p:spPr>
        <p:txBody>
          <a:bodyPr wrap="none" lIns="90000" tIns="45000" rIns="90000" bIns="45000" anchorCtr="0" compatLnSpc="0">
            <a:noAutofit/>
          </a:bodyPr>
          <a:lstStyle/>
          <a:p>
            <a:pPr marL="0" marR="0" lvl="0" indent="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Linux Libertine G" pitchFamily="2"/>
              <a:cs typeface="Linux Libertine G" pitchFamily="2"/>
            </a:endParaRPr>
          </a:p>
        </p:txBody>
      </p:sp>
      <p:sp>
        <p:nvSpPr>
          <p:cNvPr id="3" name="Date Placeholder 2">
            <a:extLst>
              <a:ext uri="{FF2B5EF4-FFF2-40B4-BE49-F238E27FC236}">
                <a16:creationId xmlns:a16="http://schemas.microsoft.com/office/drawing/2014/main" id="{6DA18B08-FC32-4024-94F3-E4D325D9B437}"/>
              </a:ext>
            </a:extLst>
          </p:cNvPr>
          <p:cNvSpPr txBox="1">
            <a:spLocks noGrp="1"/>
          </p:cNvSpPr>
          <p:nvPr>
            <p:ph type="dt" sz="quarter" idx="1"/>
          </p:nvPr>
        </p:nvSpPr>
        <p:spPr>
          <a:xfrm>
            <a:off x="4278960" y="0"/>
            <a:ext cx="3280680" cy="534240"/>
          </a:xfrm>
          <a:prstGeom prst="rect">
            <a:avLst/>
          </a:prstGeom>
          <a:noFill/>
          <a:ln>
            <a:noFill/>
          </a:ln>
        </p:spPr>
        <p:txBody>
          <a:bodyPr wrap="none" lIns="90000" tIns="45000" rIns="90000" bIns="45000" anchorCtr="0" compatLnSpc="0">
            <a:noAutofit/>
          </a:bodyPr>
          <a:lstStyle/>
          <a:p>
            <a:pPr marL="0" marR="0" lvl="0" indent="0" algn="r"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Linux Libertine G" pitchFamily="2"/>
              <a:cs typeface="Linux Libertine G" pitchFamily="2"/>
            </a:endParaRPr>
          </a:p>
        </p:txBody>
      </p:sp>
      <p:sp>
        <p:nvSpPr>
          <p:cNvPr id="4" name="Footer Placeholder 3">
            <a:extLst>
              <a:ext uri="{FF2B5EF4-FFF2-40B4-BE49-F238E27FC236}">
                <a16:creationId xmlns:a16="http://schemas.microsoft.com/office/drawing/2014/main" id="{1C476ADE-5E4F-4432-8315-236BEC9554EF}"/>
              </a:ext>
            </a:extLst>
          </p:cNvPr>
          <p:cNvSpPr txBox="1">
            <a:spLocks noGrp="1"/>
          </p:cNvSpPr>
          <p:nvPr>
            <p:ph type="ftr" sz="quarter" idx="2"/>
          </p:nvPr>
        </p:nvSpPr>
        <p:spPr>
          <a:xfrm>
            <a:off x="0" y="10157400"/>
            <a:ext cx="3280680" cy="534240"/>
          </a:xfrm>
          <a:prstGeom prst="rect">
            <a:avLst/>
          </a:prstGeom>
          <a:noFill/>
          <a:ln>
            <a:noFill/>
          </a:ln>
        </p:spPr>
        <p:txBody>
          <a:bodyPr wrap="none" lIns="90000" tIns="45000" rIns="90000" bIns="45000" anchor="b" anchorCtr="0" compatLnSpc="0">
            <a:noAutofit/>
          </a:bodyPr>
          <a:lstStyle/>
          <a:p>
            <a:pPr marL="0" marR="0" lvl="0" indent="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Linux Libertine G" pitchFamily="2"/>
              <a:cs typeface="Linux Libertine G" pitchFamily="2"/>
            </a:endParaRPr>
          </a:p>
        </p:txBody>
      </p:sp>
      <p:sp>
        <p:nvSpPr>
          <p:cNvPr id="5" name="Slide Number Placeholder 4">
            <a:extLst>
              <a:ext uri="{FF2B5EF4-FFF2-40B4-BE49-F238E27FC236}">
                <a16:creationId xmlns:a16="http://schemas.microsoft.com/office/drawing/2014/main" id="{0B9BFCDD-2428-4A8E-99AD-5B03287EBBB6}"/>
              </a:ext>
            </a:extLst>
          </p:cNvPr>
          <p:cNvSpPr txBox="1">
            <a:spLocks noGrp="1"/>
          </p:cNvSpPr>
          <p:nvPr>
            <p:ph type="sldNum" sz="quarter" idx="3"/>
          </p:nvPr>
        </p:nvSpPr>
        <p:spPr>
          <a:xfrm>
            <a:off x="4278960" y="10157400"/>
            <a:ext cx="3280680" cy="534240"/>
          </a:xfrm>
          <a:prstGeom prst="rect">
            <a:avLst/>
          </a:prstGeom>
          <a:noFill/>
          <a:ln>
            <a:noFill/>
          </a:ln>
        </p:spPr>
        <p:txBody>
          <a:bodyPr wrap="none" lIns="90000" tIns="45000" rIns="90000" bIns="45000" anchor="b" anchorCtr="0" compatLnSpc="0">
            <a:noAutofit/>
          </a:bodyPr>
          <a:lstStyle/>
          <a:p>
            <a:pPr marL="0" marR="0" lvl="0" indent="0" algn="r" hangingPunct="0">
              <a:lnSpc>
                <a:spcPct val="100000"/>
              </a:lnSpc>
              <a:spcBef>
                <a:spcPts val="0"/>
              </a:spcBef>
              <a:spcAft>
                <a:spcPts val="0"/>
              </a:spcAft>
              <a:buNone/>
              <a:tabLst/>
              <a:defRPr sz="1400"/>
            </a:pPr>
            <a:fld id="{ADC22DD6-0723-4CC1-A026-5D362DB13DD5}" type="slidenum">
              <a:t>‹#›</a:t>
            </a:fld>
            <a:endParaRPr lang="en-US" sz="1400" b="0" i="0" u="none" strike="noStrike" kern="1200" cap="none">
              <a:ln>
                <a:noFill/>
              </a:ln>
              <a:latin typeface="Liberation Sans" pitchFamily="18"/>
              <a:ea typeface="Linux Libertine G" pitchFamily="2"/>
              <a:cs typeface="Linux Libertine G" pitchFamily="2"/>
            </a:endParaRPr>
          </a:p>
        </p:txBody>
      </p:sp>
    </p:spTree>
    <p:extLst>
      <p:ext uri="{BB962C8B-B14F-4D97-AF65-F5344CB8AC3E}">
        <p14:creationId xmlns:p14="http://schemas.microsoft.com/office/powerpoint/2010/main" val="1941861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7CC5E-68B3-4F8B-8E7F-95AAD8ECBF17}"/>
              </a:ext>
            </a:extLst>
          </p:cNvPr>
          <p:cNvSpPr>
            <a:spLocks noGrp="1" noRot="1" noChangeAspect="1"/>
          </p:cNvSpPr>
          <p:nvPr>
            <p:ph type="sldImg" idx="2"/>
          </p:nvPr>
        </p:nvSpPr>
        <p:spPr>
          <a:xfrm>
            <a:off x="216000" y="812520"/>
            <a:ext cx="7127279" cy="4008959"/>
          </a:xfrm>
          <a:prstGeom prst="rect">
            <a:avLst/>
          </a:prstGeom>
          <a:noFill/>
          <a:ln>
            <a:noFill/>
            <a:prstDash val="solid"/>
          </a:ln>
        </p:spPr>
      </p:sp>
      <p:sp>
        <p:nvSpPr>
          <p:cNvPr id="3" name="Notes Placeholder 2">
            <a:extLst>
              <a:ext uri="{FF2B5EF4-FFF2-40B4-BE49-F238E27FC236}">
                <a16:creationId xmlns:a16="http://schemas.microsoft.com/office/drawing/2014/main" id="{E04D2285-5F9D-4C26-B982-121E86A773DF}"/>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US"/>
          </a:p>
        </p:txBody>
      </p:sp>
      <p:sp>
        <p:nvSpPr>
          <p:cNvPr id="4" name="Header Placeholder 3">
            <a:extLst>
              <a:ext uri="{FF2B5EF4-FFF2-40B4-BE49-F238E27FC236}">
                <a16:creationId xmlns:a16="http://schemas.microsoft.com/office/drawing/2014/main" id="{A2382C5F-B501-458D-B286-B9B08B7578BE}"/>
              </a:ext>
            </a:extLst>
          </p:cNvPr>
          <p:cNvSpPr txBox="1">
            <a:spLocks noGrp="1"/>
          </p:cNvSpPr>
          <p:nvPr>
            <p:ph type="hdr" sz="quarter"/>
          </p:nvPr>
        </p:nvSpPr>
        <p:spPr>
          <a:xfrm>
            <a:off x="0" y="0"/>
            <a:ext cx="3280680" cy="534240"/>
          </a:xfrm>
          <a:prstGeom prst="rect">
            <a:avLst/>
          </a:prstGeom>
          <a:noFill/>
          <a:ln>
            <a:noFill/>
          </a:ln>
        </p:spPr>
        <p:txBody>
          <a:bodyPr lIns="0" tIns="0" rIns="0" bIns="0" anchorCtr="0">
            <a:noAutofit/>
          </a:bodyPr>
          <a:lstStyle>
            <a:lvl1pPr lvl="0" hangingPunct="0">
              <a:buNone/>
              <a:tabLst/>
              <a:defRPr lang="en-US" sz="1400" kern="1200">
                <a:latin typeface="Liberation Serif" pitchFamily="18"/>
                <a:ea typeface="DejaVu Sans" pitchFamily="2"/>
                <a:cs typeface="Linux Libertine G" pitchFamily="2"/>
              </a:defRPr>
            </a:lvl1pPr>
          </a:lstStyle>
          <a:p>
            <a:pPr lvl="0"/>
            <a:endParaRPr lang="en-US"/>
          </a:p>
        </p:txBody>
      </p:sp>
      <p:sp>
        <p:nvSpPr>
          <p:cNvPr id="5" name="Date Placeholder 4">
            <a:extLst>
              <a:ext uri="{FF2B5EF4-FFF2-40B4-BE49-F238E27FC236}">
                <a16:creationId xmlns:a16="http://schemas.microsoft.com/office/drawing/2014/main" id="{6E819CDD-FFF9-463E-A261-2B2E2EFDE98A}"/>
              </a:ext>
            </a:extLst>
          </p:cNvPr>
          <p:cNvSpPr txBox="1">
            <a:spLocks noGrp="1"/>
          </p:cNvSpPr>
          <p:nvPr>
            <p:ph type="dt" idx="1"/>
          </p:nvPr>
        </p:nvSpPr>
        <p:spPr>
          <a:xfrm>
            <a:off x="4278960" y="0"/>
            <a:ext cx="3280680" cy="534240"/>
          </a:xfrm>
          <a:prstGeom prst="rect">
            <a:avLst/>
          </a:prstGeom>
          <a:noFill/>
          <a:ln>
            <a:noFill/>
          </a:ln>
        </p:spPr>
        <p:txBody>
          <a:bodyPr lIns="0" tIns="0" rIns="0" bIns="0" anchorCtr="0">
            <a:noAutofit/>
          </a:bodyPr>
          <a:lstStyle>
            <a:lvl1pPr lvl="0" algn="r" hangingPunct="0">
              <a:buNone/>
              <a:tabLst/>
              <a:defRPr lang="en-US" sz="1400" kern="1200">
                <a:latin typeface="Liberation Serif" pitchFamily="18"/>
                <a:ea typeface="DejaVu Sans" pitchFamily="2"/>
                <a:cs typeface="Linux Libertine G" pitchFamily="2"/>
              </a:defRPr>
            </a:lvl1pPr>
          </a:lstStyle>
          <a:p>
            <a:pPr lvl="0"/>
            <a:endParaRPr lang="en-US"/>
          </a:p>
        </p:txBody>
      </p:sp>
      <p:sp>
        <p:nvSpPr>
          <p:cNvPr id="6" name="Footer Placeholder 5">
            <a:extLst>
              <a:ext uri="{FF2B5EF4-FFF2-40B4-BE49-F238E27FC236}">
                <a16:creationId xmlns:a16="http://schemas.microsoft.com/office/drawing/2014/main" id="{E8692AEE-1808-4A65-A440-4E2F1D8049AA}"/>
              </a:ext>
            </a:extLst>
          </p:cNvPr>
          <p:cNvSpPr txBox="1">
            <a:spLocks noGrp="1"/>
          </p:cNvSpPr>
          <p:nvPr>
            <p:ph type="ftr" sz="quarter" idx="4"/>
          </p:nvPr>
        </p:nvSpPr>
        <p:spPr>
          <a:xfrm>
            <a:off x="0" y="10157400"/>
            <a:ext cx="3280680" cy="534240"/>
          </a:xfrm>
          <a:prstGeom prst="rect">
            <a:avLst/>
          </a:prstGeom>
          <a:noFill/>
          <a:ln>
            <a:noFill/>
          </a:ln>
        </p:spPr>
        <p:txBody>
          <a:bodyPr lIns="0" tIns="0" rIns="0" bIns="0" anchor="b" anchorCtr="0">
            <a:noAutofit/>
          </a:bodyPr>
          <a:lstStyle>
            <a:lvl1pPr lvl="0" hangingPunct="0">
              <a:buNone/>
              <a:tabLst/>
              <a:defRPr lang="en-US" sz="1400" kern="1200">
                <a:latin typeface="Liberation Serif" pitchFamily="18"/>
                <a:ea typeface="DejaVu Sans" pitchFamily="2"/>
                <a:cs typeface="Linux Libertine G" pitchFamily="2"/>
              </a:defRPr>
            </a:lvl1pPr>
          </a:lstStyle>
          <a:p>
            <a:pPr lvl="0"/>
            <a:endParaRPr lang="en-US"/>
          </a:p>
        </p:txBody>
      </p:sp>
      <p:sp>
        <p:nvSpPr>
          <p:cNvPr id="7" name="Slide Number Placeholder 6">
            <a:extLst>
              <a:ext uri="{FF2B5EF4-FFF2-40B4-BE49-F238E27FC236}">
                <a16:creationId xmlns:a16="http://schemas.microsoft.com/office/drawing/2014/main" id="{184CABAB-A6B6-42D3-8316-2AEE40F4557A}"/>
              </a:ext>
            </a:extLst>
          </p:cNvPr>
          <p:cNvSpPr txBox="1">
            <a:spLocks noGrp="1"/>
          </p:cNvSpPr>
          <p:nvPr>
            <p:ph type="sldNum" sz="quarter" idx="5"/>
          </p:nvPr>
        </p:nvSpPr>
        <p:spPr>
          <a:xfrm>
            <a:off x="4278960" y="10157400"/>
            <a:ext cx="3280680" cy="534240"/>
          </a:xfrm>
          <a:prstGeom prst="rect">
            <a:avLst/>
          </a:prstGeom>
          <a:noFill/>
          <a:ln>
            <a:noFill/>
          </a:ln>
        </p:spPr>
        <p:txBody>
          <a:bodyPr lIns="0" tIns="0" rIns="0" bIns="0" anchor="b" anchorCtr="0">
            <a:noAutofit/>
          </a:bodyPr>
          <a:lstStyle>
            <a:lvl1pPr lvl="0" algn="r" hangingPunct="0">
              <a:buNone/>
              <a:tabLst/>
              <a:defRPr lang="en-US" sz="1400" kern="1200">
                <a:latin typeface="Liberation Serif" pitchFamily="18"/>
                <a:ea typeface="DejaVu Sans" pitchFamily="2"/>
                <a:cs typeface="Linux Libertine G" pitchFamily="2"/>
              </a:defRPr>
            </a:lvl1pPr>
          </a:lstStyle>
          <a:p>
            <a:pPr lvl="0"/>
            <a:fld id="{97110D37-0AA4-4F2E-870E-6B575BDA77A8}" type="slidenum">
              <a:t>‹#›</a:t>
            </a:fld>
            <a:endParaRPr lang="en-US"/>
          </a:p>
        </p:txBody>
      </p:sp>
    </p:spTree>
    <p:extLst>
      <p:ext uri="{BB962C8B-B14F-4D97-AF65-F5344CB8AC3E}">
        <p14:creationId xmlns:p14="http://schemas.microsoft.com/office/powerpoint/2010/main" val="1539331905"/>
      </p:ext>
    </p:extLst>
  </p:cSld>
  <p:clrMap bg1="lt1" tx1="dk1" bg2="lt2" tx2="dk2" accent1="accent1" accent2="accent2" accent3="accent3" accent4="accent4" accent5="accent5" accent6="accent6" hlink="hlink" folHlink="folHlink"/>
  <p:notesStyle>
    <a:lvl1pPr marL="216000" marR="0" indent="-216000" hangingPunct="0">
      <a:tabLst/>
      <a:defRPr lang="en-US" sz="2000" b="0" i="0" u="none" strike="noStrike" kern="1200" cap="none">
        <a:ln>
          <a:noFill/>
        </a:ln>
        <a:highlight>
          <a:scrgbClr r="0" g="0" b="0">
            <a:alpha val="0"/>
          </a:scrgbClr>
        </a:highlight>
        <a:latin typeface="Liberation Sans" pitchFamily="18"/>
        <a:ea typeface="Linux Libertine G" pitchFamily="2"/>
        <a:cs typeface="Linux Libertine G"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F8F1B918-2248-74BB-0AA2-CAB263DB97EC}"/>
              </a:ext>
            </a:extLst>
          </p:cNvPr>
          <p:cNvSpPr txBox="1"/>
          <p:nvPr/>
        </p:nvSpPr>
        <p:spPr>
          <a:xfrm>
            <a:off x="4278962" y="0"/>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68AFBB2-71DA-46DC-B55C-0C5211C96B4D}" type="slidenum">
              <a:t>4</a:t>
            </a:fld>
            <a:endParaRPr lang="en-GB"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DD41FD7D-724A-BEEE-1356-19050341E6FC}"/>
              </a:ext>
            </a:extLst>
          </p:cNvPr>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F8E2AF29-DA10-7532-FD37-0C83D6AF58CE}"/>
              </a:ext>
            </a:extLst>
          </p:cNvPr>
          <p:cNvSpPr txBox="1">
            <a:spLocks noGrp="1"/>
          </p:cNvSpPr>
          <p:nvPr>
            <p:ph type="body" sz="quarter"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F1B70-DA48-C58C-7191-9C389DEFD8FE}"/>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DFF5065-91C0-9BD1-CBBD-C25A6E2AEC99}"/>
              </a:ext>
            </a:extLst>
          </p:cNvPr>
          <p:cNvSpPr txBox="1"/>
          <p:nvPr/>
        </p:nvSpPr>
        <p:spPr>
          <a:xfrm>
            <a:off x="4278962" y="0"/>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68AFBB2-71DA-46DC-B55C-0C5211C96B4D}" type="slidenum">
              <a:t>5</a:t>
            </a:fld>
            <a:endParaRPr lang="en-GB"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0B50D185-4030-8468-B920-F600D052295D}"/>
              </a:ext>
            </a:extLst>
          </p:cNvPr>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9A501288-E1A4-BF07-449D-0787A2475D9A}"/>
              </a:ext>
            </a:extLst>
          </p:cNvPr>
          <p:cNvSpPr txBox="1">
            <a:spLocks noGrp="1"/>
          </p:cNvSpPr>
          <p:nvPr>
            <p:ph type="body" sz="quarter" idx="1"/>
          </p:nvPr>
        </p:nvSpPr>
        <p:spPr/>
        <p:txBody>
          <a:bodyPr/>
          <a:lstStyle/>
          <a:p>
            <a:endParaRPr lang="en-GB"/>
          </a:p>
        </p:txBody>
      </p:sp>
    </p:spTree>
    <p:extLst>
      <p:ext uri="{BB962C8B-B14F-4D97-AF65-F5344CB8AC3E}">
        <p14:creationId xmlns:p14="http://schemas.microsoft.com/office/powerpoint/2010/main" val="3290625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0CFF9-0D68-92AB-0A5E-2ABC384D0B46}"/>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50810CEE-B9E6-27C2-7901-44224ACF6596}"/>
              </a:ext>
            </a:extLst>
          </p:cNvPr>
          <p:cNvSpPr txBox="1"/>
          <p:nvPr/>
        </p:nvSpPr>
        <p:spPr>
          <a:xfrm>
            <a:off x="4278962" y="0"/>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68AFBB2-71DA-46DC-B55C-0C5211C96B4D}" type="slidenum">
              <a:t>6</a:t>
            </a:fld>
            <a:endParaRPr lang="en-GB"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F44C8B6E-4040-2015-CD53-F6F7E3FF9E2C}"/>
              </a:ext>
            </a:extLst>
          </p:cNvPr>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ED1F6F62-DB0E-6B20-990B-BFB0CF48A6C6}"/>
              </a:ext>
            </a:extLst>
          </p:cNvPr>
          <p:cNvSpPr txBox="1">
            <a:spLocks noGrp="1"/>
          </p:cNvSpPr>
          <p:nvPr>
            <p:ph type="body" sz="quarter" idx="1"/>
          </p:nvPr>
        </p:nvSpPr>
        <p:spPr/>
        <p:txBody>
          <a:bodyPr/>
          <a:lstStyle/>
          <a:p>
            <a:endParaRPr lang="en-GB"/>
          </a:p>
        </p:txBody>
      </p:sp>
    </p:spTree>
    <p:extLst>
      <p:ext uri="{BB962C8B-B14F-4D97-AF65-F5344CB8AC3E}">
        <p14:creationId xmlns:p14="http://schemas.microsoft.com/office/powerpoint/2010/main" val="1866265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C23EC-EBF1-3FC2-9C51-80F18E94D5BB}"/>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46D83355-04D6-4D09-7167-814CA58E5D23}"/>
              </a:ext>
            </a:extLst>
          </p:cNvPr>
          <p:cNvSpPr txBox="1"/>
          <p:nvPr/>
        </p:nvSpPr>
        <p:spPr>
          <a:xfrm>
            <a:off x="4278962" y="0"/>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68AFBB2-71DA-46DC-B55C-0C5211C96B4D}" type="slidenum">
              <a:t>7</a:t>
            </a:fld>
            <a:endParaRPr lang="en-GB"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E2E1870F-B292-C9A0-8FCE-D3955F2FCD87}"/>
              </a:ext>
            </a:extLst>
          </p:cNvPr>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DEB1B416-0E7C-F56F-D390-9F3FEDE68E3F}"/>
              </a:ext>
            </a:extLst>
          </p:cNvPr>
          <p:cNvSpPr txBox="1">
            <a:spLocks noGrp="1"/>
          </p:cNvSpPr>
          <p:nvPr>
            <p:ph type="body" sz="quarter" idx="1"/>
          </p:nvPr>
        </p:nvSpPr>
        <p:spPr/>
        <p:txBody>
          <a:bodyPr/>
          <a:lstStyle/>
          <a:p>
            <a:endParaRPr lang="en-GB"/>
          </a:p>
        </p:txBody>
      </p:sp>
    </p:spTree>
    <p:extLst>
      <p:ext uri="{BB962C8B-B14F-4D97-AF65-F5344CB8AC3E}">
        <p14:creationId xmlns:p14="http://schemas.microsoft.com/office/powerpoint/2010/main" val="3947629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6D784-56BE-C3AF-4F85-B02A4C2FF4E1}"/>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8437192B-56A2-7E73-4FD7-5F7A9DA33764}"/>
              </a:ext>
            </a:extLst>
          </p:cNvPr>
          <p:cNvSpPr txBox="1"/>
          <p:nvPr/>
        </p:nvSpPr>
        <p:spPr>
          <a:xfrm>
            <a:off x="4278962" y="0"/>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F68AFBB2-71DA-46DC-B55C-0C5211C96B4D}" type="slidenum">
              <a:t>8</a:t>
            </a:fld>
            <a:endParaRPr lang="en-GB"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B827F893-B145-FD47-5104-32B7E1F3B9F2}"/>
              </a:ext>
            </a:extLst>
          </p:cNvPr>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9CFFFAA8-D56B-1ECC-7C4A-40C24A00F51B}"/>
              </a:ext>
            </a:extLst>
          </p:cNvPr>
          <p:cNvSpPr txBox="1">
            <a:spLocks noGrp="1"/>
          </p:cNvSpPr>
          <p:nvPr>
            <p:ph type="body" sz="quarter" idx="1"/>
          </p:nvPr>
        </p:nvSpPr>
        <p:spPr/>
        <p:txBody>
          <a:bodyPr/>
          <a:lstStyle/>
          <a:p>
            <a:endParaRPr lang="en-GB"/>
          </a:p>
        </p:txBody>
      </p:sp>
    </p:spTree>
    <p:extLst>
      <p:ext uri="{BB962C8B-B14F-4D97-AF65-F5344CB8AC3E}">
        <p14:creationId xmlns:p14="http://schemas.microsoft.com/office/powerpoint/2010/main" val="2366726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6">
            <a:extLst>
              <a:ext uri="{FF2B5EF4-FFF2-40B4-BE49-F238E27FC236}">
                <a16:creationId xmlns:a16="http://schemas.microsoft.com/office/drawing/2014/main" id="{FD3457D3-7826-DECC-D385-79097B9A21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2000">
                <a:solidFill>
                  <a:schemeClr val="tx1"/>
                </a:solidFill>
                <a:latin typeface="Liberation Sans"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0">
              <a:lnSpc>
                <a:spcPct val="100000"/>
              </a:lnSpc>
              <a:spcBef>
                <a:spcPct val="0"/>
              </a:spcBef>
              <a:spcAft>
                <a:spcPct val="0"/>
              </a:spcAft>
              <a:buClrTx/>
              <a:buSzTx/>
              <a:buFontTx/>
              <a:buNone/>
              <a:tabLst/>
              <a:defRPr/>
            </a:pPr>
            <a:fld id="{6AD45DCE-9A1A-46E2-AE0D-8DA001404AB2}" type="slidenum">
              <a:rPr kumimoji="0" lang="en-GB" altLang="en-US" sz="1400" b="0" i="0" u="none" strike="noStrike" kern="1200" cap="none" spc="0" normalizeH="0" baseline="0" noProof="0" smtClean="0">
                <a:ln>
                  <a:noFill/>
                </a:ln>
                <a:solidFill>
                  <a:prstClr val="black"/>
                </a:solidFill>
                <a:effectLst/>
                <a:uLnTx/>
                <a:uFillTx/>
                <a:latin typeface="Liberation Serif" pitchFamily="18" charset="0"/>
                <a:ea typeface="+mn-ea"/>
              </a:rPr>
              <a:pPr marL="0" marR="0" lvl="0" indent="0" algn="r" defTabSz="914400" rtl="0" eaLnBrk="1" fontAlgn="base" latinLnBrk="0" hangingPunct="0">
                <a:lnSpc>
                  <a:spcPct val="100000"/>
                </a:lnSpc>
                <a:spcBef>
                  <a:spcPct val="0"/>
                </a:spcBef>
                <a:spcAft>
                  <a:spcPct val="0"/>
                </a:spcAft>
                <a:buClrTx/>
                <a:buSzTx/>
                <a:buFontTx/>
                <a:buNone/>
                <a:tabLst/>
                <a:defRPr/>
              </a:pPr>
              <a:t>11</a:t>
            </a:fld>
            <a:endParaRPr kumimoji="0" lang="en-GB" altLang="en-US" sz="1400" b="0" i="0" u="none" strike="noStrike" kern="1200" cap="none" spc="0" normalizeH="0" baseline="0" noProof="0">
              <a:ln>
                <a:noFill/>
              </a:ln>
              <a:solidFill>
                <a:prstClr val="black"/>
              </a:solidFill>
              <a:effectLst/>
              <a:uLnTx/>
              <a:uFillTx/>
              <a:latin typeface="Liberation Serif" pitchFamily="18" charset="0"/>
              <a:ea typeface="+mn-ea"/>
            </a:endParaRPr>
          </a:p>
        </p:txBody>
      </p:sp>
      <p:sp>
        <p:nvSpPr>
          <p:cNvPr id="63491" name="Slide Image Placeholder 1">
            <a:extLst>
              <a:ext uri="{FF2B5EF4-FFF2-40B4-BE49-F238E27FC236}">
                <a16:creationId xmlns:a16="http://schemas.microsoft.com/office/drawing/2014/main" id="{CC74A9AE-5BBA-26A4-8094-B4F731D2E77E}"/>
              </a:ext>
            </a:extLst>
          </p:cNvPr>
          <p:cNvSpPr>
            <a:spLocks noGrp="1" noRot="1" noChangeAspect="1" noTextEdit="1"/>
          </p:cNvSpPr>
          <p:nvPr>
            <p:ph type="sldImg"/>
          </p:nvPr>
        </p:nvSpPr>
        <p:spPr>
          <a:xfrm>
            <a:off x="1106488" y="812800"/>
            <a:ext cx="5346700" cy="4008438"/>
          </a:xfrm>
          <a:solidFill>
            <a:srgbClr val="729FCF"/>
          </a:solidFill>
          <a:ln w="25400">
            <a:solidFill>
              <a:srgbClr val="3465A4"/>
            </a:solidFill>
            <a:miter lim="800000"/>
            <a:headEnd/>
            <a:tailEnd/>
          </a:ln>
        </p:spPr>
      </p:sp>
      <p:sp>
        <p:nvSpPr>
          <p:cNvPr id="3" name="Notes Placeholder 2">
            <a:extLst>
              <a:ext uri="{FF2B5EF4-FFF2-40B4-BE49-F238E27FC236}">
                <a16:creationId xmlns:a16="http://schemas.microsoft.com/office/drawing/2014/main" id="{9EDF940D-BF12-A2DF-FBE6-C0FEA2B80C4A}"/>
              </a:ext>
            </a:extLst>
          </p:cNvPr>
          <p:cNvSpPr txBox="1">
            <a:spLocks noGrp="1"/>
          </p:cNvSpPr>
          <p:nvPr>
            <p:ph type="body" sz="quarter" idx="1"/>
          </p:nvPr>
        </p:nvSpPr>
        <p:spPr/>
        <p:txBody>
          <a:bodyPr vert="horz"/>
          <a:lstStyle/>
          <a:p>
            <a:pPr marL="216000" indent="-216000" eaLnBrk="1" fontAlgn="auto">
              <a:spcBef>
                <a:spcPts val="0"/>
              </a:spcBef>
              <a:spcAft>
                <a:spcPts val="0"/>
              </a:spcAft>
              <a:defRPr/>
            </a:pPr>
            <a:endParaRPr>
              <a:solidFill>
                <a:sysClr val="windowText" lastClr="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6">
            <a:extLst>
              <a:ext uri="{FF2B5EF4-FFF2-40B4-BE49-F238E27FC236}">
                <a16:creationId xmlns:a16="http://schemas.microsoft.com/office/drawing/2014/main" id="{FD3457D3-7826-DECC-D385-79097B9A21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2000">
                <a:solidFill>
                  <a:schemeClr val="tx1"/>
                </a:solidFill>
                <a:latin typeface="Liberation Sans"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0">
              <a:lnSpc>
                <a:spcPct val="100000"/>
              </a:lnSpc>
              <a:spcBef>
                <a:spcPct val="0"/>
              </a:spcBef>
              <a:spcAft>
                <a:spcPct val="0"/>
              </a:spcAft>
              <a:buClrTx/>
              <a:buSzTx/>
              <a:buFontTx/>
              <a:buNone/>
              <a:tabLst/>
              <a:defRPr/>
            </a:pPr>
            <a:fld id="{6AD45DCE-9A1A-46E2-AE0D-8DA001404AB2}" type="slidenum">
              <a:rPr kumimoji="0" lang="en-GB" altLang="en-US" sz="1400" b="0" i="0" u="none" strike="noStrike" kern="1200" cap="none" spc="0" normalizeH="0" baseline="0" noProof="0" smtClean="0">
                <a:ln>
                  <a:noFill/>
                </a:ln>
                <a:solidFill>
                  <a:prstClr val="black"/>
                </a:solidFill>
                <a:effectLst/>
                <a:uLnTx/>
                <a:uFillTx/>
                <a:latin typeface="Liberation Serif" pitchFamily="18" charset="0"/>
                <a:ea typeface="+mn-ea"/>
              </a:rPr>
              <a:pPr marL="0" marR="0" lvl="0" indent="0" algn="r" defTabSz="914400" rtl="0" eaLnBrk="1" fontAlgn="base" latinLnBrk="0" hangingPunct="0">
                <a:lnSpc>
                  <a:spcPct val="100000"/>
                </a:lnSpc>
                <a:spcBef>
                  <a:spcPct val="0"/>
                </a:spcBef>
                <a:spcAft>
                  <a:spcPct val="0"/>
                </a:spcAft>
                <a:buClrTx/>
                <a:buSzTx/>
                <a:buFontTx/>
                <a:buNone/>
                <a:tabLst/>
                <a:defRPr/>
              </a:pPr>
              <a:t>12</a:t>
            </a:fld>
            <a:endParaRPr kumimoji="0" lang="en-GB" altLang="en-US" sz="1400" b="0" i="0" u="none" strike="noStrike" kern="1200" cap="none" spc="0" normalizeH="0" baseline="0" noProof="0">
              <a:ln>
                <a:noFill/>
              </a:ln>
              <a:solidFill>
                <a:prstClr val="black"/>
              </a:solidFill>
              <a:effectLst/>
              <a:uLnTx/>
              <a:uFillTx/>
              <a:latin typeface="Liberation Serif" pitchFamily="18" charset="0"/>
              <a:ea typeface="+mn-ea"/>
            </a:endParaRPr>
          </a:p>
        </p:txBody>
      </p:sp>
      <p:sp>
        <p:nvSpPr>
          <p:cNvPr id="63491" name="Slide Image Placeholder 1">
            <a:extLst>
              <a:ext uri="{FF2B5EF4-FFF2-40B4-BE49-F238E27FC236}">
                <a16:creationId xmlns:a16="http://schemas.microsoft.com/office/drawing/2014/main" id="{CC74A9AE-5BBA-26A4-8094-B4F731D2E77E}"/>
              </a:ext>
            </a:extLst>
          </p:cNvPr>
          <p:cNvSpPr>
            <a:spLocks noGrp="1" noRot="1" noChangeAspect="1" noTextEdit="1"/>
          </p:cNvSpPr>
          <p:nvPr>
            <p:ph type="sldImg"/>
          </p:nvPr>
        </p:nvSpPr>
        <p:spPr>
          <a:xfrm>
            <a:off x="1106488" y="812800"/>
            <a:ext cx="5346700" cy="4008438"/>
          </a:xfrm>
          <a:solidFill>
            <a:srgbClr val="729FCF"/>
          </a:solidFill>
          <a:ln w="25400">
            <a:solidFill>
              <a:srgbClr val="3465A4"/>
            </a:solidFill>
            <a:miter lim="800000"/>
            <a:headEnd/>
            <a:tailEnd/>
          </a:ln>
        </p:spPr>
      </p:sp>
      <p:sp>
        <p:nvSpPr>
          <p:cNvPr id="3" name="Notes Placeholder 2">
            <a:extLst>
              <a:ext uri="{FF2B5EF4-FFF2-40B4-BE49-F238E27FC236}">
                <a16:creationId xmlns:a16="http://schemas.microsoft.com/office/drawing/2014/main" id="{9EDF940D-BF12-A2DF-FBE6-C0FEA2B80C4A}"/>
              </a:ext>
            </a:extLst>
          </p:cNvPr>
          <p:cNvSpPr txBox="1">
            <a:spLocks noGrp="1"/>
          </p:cNvSpPr>
          <p:nvPr>
            <p:ph type="body" sz="quarter" idx="1"/>
          </p:nvPr>
        </p:nvSpPr>
        <p:spPr/>
        <p:txBody>
          <a:bodyPr vert="horz"/>
          <a:lstStyle/>
          <a:p>
            <a:pPr marL="216000" indent="-216000" eaLnBrk="1" fontAlgn="auto">
              <a:spcBef>
                <a:spcPts val="0"/>
              </a:spcBef>
              <a:spcAft>
                <a:spcPts val="0"/>
              </a:spcAft>
              <a:defRPr/>
            </a:pPr>
            <a:endParaRPr>
              <a:solidFill>
                <a:sysClr val="windowText" lastClr="000000"/>
              </a:solidFill>
            </a:endParaRPr>
          </a:p>
        </p:txBody>
      </p:sp>
    </p:spTree>
    <p:extLst>
      <p:ext uri="{BB962C8B-B14F-4D97-AF65-F5344CB8AC3E}">
        <p14:creationId xmlns:p14="http://schemas.microsoft.com/office/powerpoint/2010/main" val="616314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6">
            <a:extLst>
              <a:ext uri="{FF2B5EF4-FFF2-40B4-BE49-F238E27FC236}">
                <a16:creationId xmlns:a16="http://schemas.microsoft.com/office/drawing/2014/main" id="{FD3457D3-7826-DECC-D385-79097B9A21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2000">
                <a:solidFill>
                  <a:schemeClr val="tx1"/>
                </a:solidFill>
                <a:latin typeface="Liberation Sans"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0">
              <a:lnSpc>
                <a:spcPct val="100000"/>
              </a:lnSpc>
              <a:spcBef>
                <a:spcPct val="0"/>
              </a:spcBef>
              <a:spcAft>
                <a:spcPct val="0"/>
              </a:spcAft>
              <a:buClrTx/>
              <a:buSzTx/>
              <a:buFontTx/>
              <a:buNone/>
              <a:tabLst/>
              <a:defRPr/>
            </a:pPr>
            <a:fld id="{6AD45DCE-9A1A-46E2-AE0D-8DA001404AB2}" type="slidenum">
              <a:rPr kumimoji="0" lang="en-GB" altLang="en-US" sz="1400" b="0" i="0" u="none" strike="noStrike" kern="1200" cap="none" spc="0" normalizeH="0" baseline="0" noProof="0" smtClean="0">
                <a:ln>
                  <a:noFill/>
                </a:ln>
                <a:solidFill>
                  <a:prstClr val="black"/>
                </a:solidFill>
                <a:effectLst/>
                <a:uLnTx/>
                <a:uFillTx/>
                <a:latin typeface="Liberation Serif" pitchFamily="18" charset="0"/>
                <a:ea typeface="+mn-ea"/>
              </a:rPr>
              <a:pPr marL="0" marR="0" lvl="0" indent="0" algn="r" defTabSz="914400" rtl="0" eaLnBrk="1" fontAlgn="base" latinLnBrk="0" hangingPunct="0">
                <a:lnSpc>
                  <a:spcPct val="100000"/>
                </a:lnSpc>
                <a:spcBef>
                  <a:spcPct val="0"/>
                </a:spcBef>
                <a:spcAft>
                  <a:spcPct val="0"/>
                </a:spcAft>
                <a:buClrTx/>
                <a:buSzTx/>
                <a:buFontTx/>
                <a:buNone/>
                <a:tabLst/>
                <a:defRPr/>
              </a:pPr>
              <a:t>13</a:t>
            </a:fld>
            <a:endParaRPr kumimoji="0" lang="en-GB" altLang="en-US" sz="1400" b="0" i="0" u="none" strike="noStrike" kern="1200" cap="none" spc="0" normalizeH="0" baseline="0" noProof="0">
              <a:ln>
                <a:noFill/>
              </a:ln>
              <a:solidFill>
                <a:prstClr val="black"/>
              </a:solidFill>
              <a:effectLst/>
              <a:uLnTx/>
              <a:uFillTx/>
              <a:latin typeface="Liberation Serif" pitchFamily="18" charset="0"/>
              <a:ea typeface="+mn-ea"/>
            </a:endParaRPr>
          </a:p>
        </p:txBody>
      </p:sp>
      <p:sp>
        <p:nvSpPr>
          <p:cNvPr id="63491" name="Slide Image Placeholder 1">
            <a:extLst>
              <a:ext uri="{FF2B5EF4-FFF2-40B4-BE49-F238E27FC236}">
                <a16:creationId xmlns:a16="http://schemas.microsoft.com/office/drawing/2014/main" id="{CC74A9AE-5BBA-26A4-8094-B4F731D2E77E}"/>
              </a:ext>
            </a:extLst>
          </p:cNvPr>
          <p:cNvSpPr>
            <a:spLocks noGrp="1" noRot="1" noChangeAspect="1" noTextEdit="1"/>
          </p:cNvSpPr>
          <p:nvPr>
            <p:ph type="sldImg"/>
          </p:nvPr>
        </p:nvSpPr>
        <p:spPr>
          <a:xfrm>
            <a:off x="1106488" y="812800"/>
            <a:ext cx="5346700" cy="4008438"/>
          </a:xfrm>
          <a:solidFill>
            <a:srgbClr val="729FCF"/>
          </a:solidFill>
          <a:ln w="25400">
            <a:solidFill>
              <a:srgbClr val="3465A4"/>
            </a:solidFill>
            <a:miter lim="800000"/>
            <a:headEnd/>
            <a:tailEnd/>
          </a:ln>
        </p:spPr>
      </p:sp>
      <p:sp>
        <p:nvSpPr>
          <p:cNvPr id="3" name="Notes Placeholder 2">
            <a:extLst>
              <a:ext uri="{FF2B5EF4-FFF2-40B4-BE49-F238E27FC236}">
                <a16:creationId xmlns:a16="http://schemas.microsoft.com/office/drawing/2014/main" id="{9EDF940D-BF12-A2DF-FBE6-C0FEA2B80C4A}"/>
              </a:ext>
            </a:extLst>
          </p:cNvPr>
          <p:cNvSpPr txBox="1">
            <a:spLocks noGrp="1"/>
          </p:cNvSpPr>
          <p:nvPr>
            <p:ph type="body" sz="quarter" idx="1"/>
          </p:nvPr>
        </p:nvSpPr>
        <p:spPr/>
        <p:txBody>
          <a:bodyPr vert="horz"/>
          <a:lstStyle/>
          <a:p>
            <a:pPr marL="216000" indent="-216000" eaLnBrk="1" fontAlgn="auto">
              <a:spcBef>
                <a:spcPts val="0"/>
              </a:spcBef>
              <a:spcAft>
                <a:spcPts val="0"/>
              </a:spcAft>
              <a:defRPr/>
            </a:pPr>
            <a:endParaRPr>
              <a:solidFill>
                <a:sysClr val="windowText" lastClr="000000"/>
              </a:solidFill>
            </a:endParaRPr>
          </a:p>
        </p:txBody>
      </p:sp>
    </p:spTree>
    <p:extLst>
      <p:ext uri="{BB962C8B-B14F-4D97-AF65-F5344CB8AC3E}">
        <p14:creationId xmlns:p14="http://schemas.microsoft.com/office/powerpoint/2010/main" val="2712164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6">
            <a:extLst>
              <a:ext uri="{FF2B5EF4-FFF2-40B4-BE49-F238E27FC236}">
                <a16:creationId xmlns:a16="http://schemas.microsoft.com/office/drawing/2014/main" id="{FD3457D3-7826-DECC-D385-79097B9A21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2000">
                <a:solidFill>
                  <a:schemeClr val="tx1"/>
                </a:solidFill>
                <a:latin typeface="Liberation Sans"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0">
              <a:lnSpc>
                <a:spcPct val="100000"/>
              </a:lnSpc>
              <a:spcBef>
                <a:spcPct val="0"/>
              </a:spcBef>
              <a:spcAft>
                <a:spcPct val="0"/>
              </a:spcAft>
              <a:buClrTx/>
              <a:buSzTx/>
              <a:buFontTx/>
              <a:buNone/>
              <a:tabLst/>
              <a:defRPr/>
            </a:pPr>
            <a:fld id="{6AD45DCE-9A1A-46E2-AE0D-8DA001404AB2}" type="slidenum">
              <a:rPr kumimoji="0" lang="en-GB" altLang="en-US" sz="1400" b="0" i="0" u="none" strike="noStrike" kern="1200" cap="none" spc="0" normalizeH="0" baseline="0" noProof="0" smtClean="0">
                <a:ln>
                  <a:noFill/>
                </a:ln>
                <a:solidFill>
                  <a:prstClr val="black"/>
                </a:solidFill>
                <a:effectLst/>
                <a:uLnTx/>
                <a:uFillTx/>
                <a:latin typeface="Liberation Serif" pitchFamily="18" charset="0"/>
                <a:ea typeface="+mn-ea"/>
              </a:rPr>
              <a:pPr marL="0" marR="0" lvl="0" indent="0" algn="r" defTabSz="914400" rtl="0" eaLnBrk="1" fontAlgn="base" latinLnBrk="0" hangingPunct="0">
                <a:lnSpc>
                  <a:spcPct val="100000"/>
                </a:lnSpc>
                <a:spcBef>
                  <a:spcPct val="0"/>
                </a:spcBef>
                <a:spcAft>
                  <a:spcPct val="0"/>
                </a:spcAft>
                <a:buClrTx/>
                <a:buSzTx/>
                <a:buFontTx/>
                <a:buNone/>
                <a:tabLst/>
                <a:defRPr/>
              </a:pPr>
              <a:t>14</a:t>
            </a:fld>
            <a:endParaRPr kumimoji="0" lang="en-GB" altLang="en-US" sz="1400" b="0" i="0" u="none" strike="noStrike" kern="1200" cap="none" spc="0" normalizeH="0" baseline="0" noProof="0">
              <a:ln>
                <a:noFill/>
              </a:ln>
              <a:solidFill>
                <a:prstClr val="black"/>
              </a:solidFill>
              <a:effectLst/>
              <a:uLnTx/>
              <a:uFillTx/>
              <a:latin typeface="Liberation Serif" pitchFamily="18" charset="0"/>
              <a:ea typeface="+mn-ea"/>
            </a:endParaRPr>
          </a:p>
        </p:txBody>
      </p:sp>
      <p:sp>
        <p:nvSpPr>
          <p:cNvPr id="63491" name="Slide Image Placeholder 1">
            <a:extLst>
              <a:ext uri="{FF2B5EF4-FFF2-40B4-BE49-F238E27FC236}">
                <a16:creationId xmlns:a16="http://schemas.microsoft.com/office/drawing/2014/main" id="{CC74A9AE-5BBA-26A4-8094-B4F731D2E77E}"/>
              </a:ext>
            </a:extLst>
          </p:cNvPr>
          <p:cNvSpPr>
            <a:spLocks noGrp="1" noRot="1" noChangeAspect="1" noTextEdit="1"/>
          </p:cNvSpPr>
          <p:nvPr>
            <p:ph type="sldImg"/>
          </p:nvPr>
        </p:nvSpPr>
        <p:spPr>
          <a:xfrm>
            <a:off x="1106488" y="812800"/>
            <a:ext cx="5346700" cy="4008438"/>
          </a:xfrm>
          <a:solidFill>
            <a:srgbClr val="729FCF"/>
          </a:solidFill>
          <a:ln w="25400">
            <a:solidFill>
              <a:srgbClr val="3465A4"/>
            </a:solidFill>
            <a:miter lim="800000"/>
            <a:headEnd/>
            <a:tailEnd/>
          </a:ln>
        </p:spPr>
      </p:sp>
      <p:sp>
        <p:nvSpPr>
          <p:cNvPr id="3" name="Notes Placeholder 2">
            <a:extLst>
              <a:ext uri="{FF2B5EF4-FFF2-40B4-BE49-F238E27FC236}">
                <a16:creationId xmlns:a16="http://schemas.microsoft.com/office/drawing/2014/main" id="{9EDF940D-BF12-A2DF-FBE6-C0FEA2B80C4A}"/>
              </a:ext>
            </a:extLst>
          </p:cNvPr>
          <p:cNvSpPr txBox="1">
            <a:spLocks noGrp="1"/>
          </p:cNvSpPr>
          <p:nvPr>
            <p:ph type="body" sz="quarter" idx="1"/>
          </p:nvPr>
        </p:nvSpPr>
        <p:spPr/>
        <p:txBody>
          <a:bodyPr vert="horz"/>
          <a:lstStyle/>
          <a:p>
            <a:pPr marL="216000" indent="-216000" eaLnBrk="1" fontAlgn="auto">
              <a:spcBef>
                <a:spcPts val="0"/>
              </a:spcBef>
              <a:spcAft>
                <a:spcPts val="0"/>
              </a:spcAft>
              <a:defRPr/>
            </a:pPr>
            <a:endParaRPr>
              <a:solidFill>
                <a:sysClr val="windowText" lastClr="000000"/>
              </a:solidFill>
            </a:endParaRPr>
          </a:p>
        </p:txBody>
      </p:sp>
    </p:spTree>
    <p:extLst>
      <p:ext uri="{BB962C8B-B14F-4D97-AF65-F5344CB8AC3E}">
        <p14:creationId xmlns:p14="http://schemas.microsoft.com/office/powerpoint/2010/main" val="4246930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6">
            <a:extLst>
              <a:ext uri="{FF2B5EF4-FFF2-40B4-BE49-F238E27FC236}">
                <a16:creationId xmlns:a16="http://schemas.microsoft.com/office/drawing/2014/main" id="{0A920472-CEA2-379F-02A1-CBAE9526451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2000">
                <a:solidFill>
                  <a:schemeClr val="tx1"/>
                </a:solidFill>
                <a:latin typeface="Liberation Sans"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0">
              <a:lnSpc>
                <a:spcPct val="100000"/>
              </a:lnSpc>
              <a:spcBef>
                <a:spcPct val="0"/>
              </a:spcBef>
              <a:spcAft>
                <a:spcPct val="0"/>
              </a:spcAft>
              <a:buClrTx/>
              <a:buSzTx/>
              <a:buFontTx/>
              <a:buNone/>
              <a:tabLst/>
              <a:defRPr/>
            </a:pPr>
            <a:fld id="{26562384-8331-4F41-A0FA-C72C027FB056}" type="slidenum">
              <a:rPr kumimoji="0" lang="en-GB" altLang="en-US" sz="1400" b="0" i="0" u="none" strike="noStrike" kern="1200" cap="none" spc="0" normalizeH="0" baseline="0" noProof="0" smtClean="0">
                <a:ln>
                  <a:noFill/>
                </a:ln>
                <a:solidFill>
                  <a:prstClr val="black"/>
                </a:solidFill>
                <a:effectLst/>
                <a:uLnTx/>
                <a:uFillTx/>
                <a:latin typeface="Liberation Serif" pitchFamily="18" charset="0"/>
                <a:ea typeface="+mn-ea"/>
              </a:rPr>
              <a:pPr marL="0" marR="0" lvl="0" indent="0" algn="r" defTabSz="914400" rtl="0" eaLnBrk="1" fontAlgn="base" latinLnBrk="0" hangingPunct="0">
                <a:lnSpc>
                  <a:spcPct val="100000"/>
                </a:lnSpc>
                <a:spcBef>
                  <a:spcPct val="0"/>
                </a:spcBef>
                <a:spcAft>
                  <a:spcPct val="0"/>
                </a:spcAft>
                <a:buClrTx/>
                <a:buSzTx/>
                <a:buFontTx/>
                <a:buNone/>
                <a:tabLst/>
                <a:defRPr/>
              </a:pPr>
              <a:t>15</a:t>
            </a:fld>
            <a:endParaRPr kumimoji="0" lang="en-GB" altLang="en-US" sz="1400" b="0" i="0" u="none" strike="noStrike" kern="1200" cap="none" spc="0" normalizeH="0" baseline="0" noProof="0">
              <a:ln>
                <a:noFill/>
              </a:ln>
              <a:solidFill>
                <a:prstClr val="black"/>
              </a:solidFill>
              <a:effectLst/>
              <a:uLnTx/>
              <a:uFillTx/>
              <a:latin typeface="Liberation Serif" pitchFamily="18" charset="0"/>
              <a:ea typeface="+mn-ea"/>
            </a:endParaRPr>
          </a:p>
        </p:txBody>
      </p:sp>
      <p:sp>
        <p:nvSpPr>
          <p:cNvPr id="69635" name="Slide Image Placeholder 1">
            <a:extLst>
              <a:ext uri="{FF2B5EF4-FFF2-40B4-BE49-F238E27FC236}">
                <a16:creationId xmlns:a16="http://schemas.microsoft.com/office/drawing/2014/main" id="{65C7EE8C-E4FF-A9B6-ED91-39FB22E58912}"/>
              </a:ext>
            </a:extLst>
          </p:cNvPr>
          <p:cNvSpPr>
            <a:spLocks noGrp="1" noRot="1" noChangeAspect="1" noTextEdit="1"/>
          </p:cNvSpPr>
          <p:nvPr>
            <p:ph type="sldImg"/>
          </p:nvPr>
        </p:nvSpPr>
        <p:spPr>
          <a:xfrm>
            <a:off x="1106488" y="812800"/>
            <a:ext cx="5346700" cy="4008438"/>
          </a:xfrm>
          <a:solidFill>
            <a:srgbClr val="729FCF"/>
          </a:solidFill>
          <a:ln w="25400">
            <a:solidFill>
              <a:srgbClr val="3465A4"/>
            </a:solidFill>
            <a:miter lim="800000"/>
            <a:headEnd/>
            <a:tailEnd/>
          </a:ln>
        </p:spPr>
      </p:sp>
      <p:sp>
        <p:nvSpPr>
          <p:cNvPr id="3" name="Notes Placeholder 2">
            <a:extLst>
              <a:ext uri="{FF2B5EF4-FFF2-40B4-BE49-F238E27FC236}">
                <a16:creationId xmlns:a16="http://schemas.microsoft.com/office/drawing/2014/main" id="{9D276AEE-1F32-99D2-E29F-22B350FBA932}"/>
              </a:ext>
            </a:extLst>
          </p:cNvPr>
          <p:cNvSpPr txBox="1">
            <a:spLocks noGrp="1"/>
          </p:cNvSpPr>
          <p:nvPr>
            <p:ph type="body" sz="quarter" idx="1"/>
          </p:nvPr>
        </p:nvSpPr>
        <p:spPr/>
        <p:txBody>
          <a:bodyPr vert="horz"/>
          <a:lstStyle/>
          <a:p>
            <a:pPr marL="216000" indent="-216000" eaLnBrk="1" fontAlgn="auto">
              <a:spcBef>
                <a:spcPts val="0"/>
              </a:spcBef>
              <a:spcAft>
                <a:spcPts val="0"/>
              </a:spcAft>
              <a:defRPr/>
            </a:pPr>
            <a:endParaRPr>
              <a:solidFill>
                <a:sysClr val="windowText" lastClr="000000"/>
              </a:solidFill>
            </a:endParaRPr>
          </a:p>
        </p:txBody>
      </p:sp>
    </p:spTree>
    <p:extLst>
      <p:ext uri="{BB962C8B-B14F-4D97-AF65-F5344CB8AC3E}">
        <p14:creationId xmlns:p14="http://schemas.microsoft.com/office/powerpoint/2010/main" val="1369514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342539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299373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61419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2351140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831164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973277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3395948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9239704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252752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6463265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3548888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265840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1949450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3210295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2363898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853D1-EAFC-BAAB-EB98-8CE46858E296}"/>
            </a:ext>
          </a:extLst>
        </p:cNvPr>
        <p:cNvGrpSpPr/>
        <p:nvPr/>
      </p:nvGrpSpPr>
      <p:grpSpPr>
        <a:xfrm>
          <a:off x="0" y="0"/>
          <a:ext cx="0" cy="0"/>
          <a:chOff x="0" y="0"/>
          <a:chExt cx="0" cy="0"/>
        </a:xfrm>
      </p:grpSpPr>
      <p:sp>
        <p:nvSpPr>
          <p:cNvPr id="548" name="TextShape 1">
            <a:extLst>
              <a:ext uri="{FF2B5EF4-FFF2-40B4-BE49-F238E27FC236}">
                <a16:creationId xmlns:a16="http://schemas.microsoft.com/office/drawing/2014/main" id="{06908AAA-CE43-6991-13F7-FD398C7FE231}"/>
              </a:ext>
            </a:extLst>
          </p:cNvPr>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a:extLst>
              <a:ext uri="{FF2B5EF4-FFF2-40B4-BE49-F238E27FC236}">
                <a16:creationId xmlns:a16="http://schemas.microsoft.com/office/drawing/2014/main" id="{986F87CC-2B7B-754B-FE49-ABF88880A722}"/>
              </a:ext>
            </a:extLst>
          </p:cNvPr>
          <p:cNvSpPr>
            <a:spLocks noGrp="1" noRot="1" noChangeAspect="1"/>
          </p:cNvSpPr>
          <p:nvPr>
            <p:ph type="sldImg"/>
          </p:nvPr>
        </p:nvSpPr>
        <p:spPr>
          <a:xfrm>
            <a:off x="1106488" y="812800"/>
            <a:ext cx="5345112" cy="4008438"/>
          </a:xfrm>
          <a:prstGeom prst="rect">
            <a:avLst/>
          </a:prstGeom>
        </p:spPr>
      </p:sp>
      <p:sp>
        <p:nvSpPr>
          <p:cNvPr id="550" name="PlaceHolder 3">
            <a:extLst>
              <a:ext uri="{FF2B5EF4-FFF2-40B4-BE49-F238E27FC236}">
                <a16:creationId xmlns:a16="http://schemas.microsoft.com/office/drawing/2014/main" id="{6D96FCB3-01B0-98F9-7175-76C1D882B046}"/>
              </a:ext>
            </a:extLst>
          </p:cNvPr>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33478113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2E053-FD25-2F23-8ECC-9D756683FC18}"/>
            </a:ext>
          </a:extLst>
        </p:cNvPr>
        <p:cNvGrpSpPr/>
        <p:nvPr/>
      </p:nvGrpSpPr>
      <p:grpSpPr>
        <a:xfrm>
          <a:off x="0" y="0"/>
          <a:ext cx="0" cy="0"/>
          <a:chOff x="0" y="0"/>
          <a:chExt cx="0" cy="0"/>
        </a:xfrm>
      </p:grpSpPr>
      <p:sp>
        <p:nvSpPr>
          <p:cNvPr id="548" name="TextShape 1">
            <a:extLst>
              <a:ext uri="{FF2B5EF4-FFF2-40B4-BE49-F238E27FC236}">
                <a16:creationId xmlns:a16="http://schemas.microsoft.com/office/drawing/2014/main" id="{92AE7547-5680-1E79-CF03-624041E7F1EE}"/>
              </a:ext>
            </a:extLst>
          </p:cNvPr>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a:extLst>
              <a:ext uri="{FF2B5EF4-FFF2-40B4-BE49-F238E27FC236}">
                <a16:creationId xmlns:a16="http://schemas.microsoft.com/office/drawing/2014/main" id="{2630BE3A-56D3-5C8A-DC45-B77512842CAC}"/>
              </a:ext>
            </a:extLst>
          </p:cNvPr>
          <p:cNvSpPr>
            <a:spLocks noGrp="1" noRot="1" noChangeAspect="1"/>
          </p:cNvSpPr>
          <p:nvPr>
            <p:ph type="sldImg"/>
          </p:nvPr>
        </p:nvSpPr>
        <p:spPr>
          <a:xfrm>
            <a:off x="1106488" y="812800"/>
            <a:ext cx="5345112" cy="4008438"/>
          </a:xfrm>
          <a:prstGeom prst="rect">
            <a:avLst/>
          </a:prstGeom>
        </p:spPr>
      </p:sp>
      <p:sp>
        <p:nvSpPr>
          <p:cNvPr id="550" name="PlaceHolder 3">
            <a:extLst>
              <a:ext uri="{FF2B5EF4-FFF2-40B4-BE49-F238E27FC236}">
                <a16:creationId xmlns:a16="http://schemas.microsoft.com/office/drawing/2014/main" id="{4DEA6DB2-8A99-0A5F-A104-443237CCF536}"/>
              </a:ext>
            </a:extLst>
          </p:cNvPr>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36474575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9ED18-1B6C-64B3-A5D6-8C5BF8216141}"/>
            </a:ext>
          </a:extLst>
        </p:cNvPr>
        <p:cNvGrpSpPr/>
        <p:nvPr/>
      </p:nvGrpSpPr>
      <p:grpSpPr>
        <a:xfrm>
          <a:off x="0" y="0"/>
          <a:ext cx="0" cy="0"/>
          <a:chOff x="0" y="0"/>
          <a:chExt cx="0" cy="0"/>
        </a:xfrm>
      </p:grpSpPr>
      <p:sp>
        <p:nvSpPr>
          <p:cNvPr id="548" name="TextShape 1">
            <a:extLst>
              <a:ext uri="{FF2B5EF4-FFF2-40B4-BE49-F238E27FC236}">
                <a16:creationId xmlns:a16="http://schemas.microsoft.com/office/drawing/2014/main" id="{D3BCB5B9-832C-396A-78F1-8D60F2FC9E80}"/>
              </a:ext>
            </a:extLst>
          </p:cNvPr>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a:extLst>
              <a:ext uri="{FF2B5EF4-FFF2-40B4-BE49-F238E27FC236}">
                <a16:creationId xmlns:a16="http://schemas.microsoft.com/office/drawing/2014/main" id="{DDFC2185-B740-07A9-039B-2F761F283306}"/>
              </a:ext>
            </a:extLst>
          </p:cNvPr>
          <p:cNvSpPr>
            <a:spLocks noGrp="1" noRot="1" noChangeAspect="1"/>
          </p:cNvSpPr>
          <p:nvPr>
            <p:ph type="sldImg"/>
          </p:nvPr>
        </p:nvSpPr>
        <p:spPr>
          <a:xfrm>
            <a:off x="1106488" y="812800"/>
            <a:ext cx="5345112" cy="4008438"/>
          </a:xfrm>
          <a:prstGeom prst="rect">
            <a:avLst/>
          </a:prstGeom>
        </p:spPr>
      </p:sp>
      <p:sp>
        <p:nvSpPr>
          <p:cNvPr id="550" name="PlaceHolder 3">
            <a:extLst>
              <a:ext uri="{FF2B5EF4-FFF2-40B4-BE49-F238E27FC236}">
                <a16:creationId xmlns:a16="http://schemas.microsoft.com/office/drawing/2014/main" id="{78C27F30-85E4-FC20-BE57-FC43C8075BC7}"/>
              </a:ext>
            </a:extLst>
          </p:cNvPr>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585743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58B57-D768-AB0F-A234-5DBE9B8E4B2D}"/>
            </a:ext>
          </a:extLst>
        </p:cNvPr>
        <p:cNvGrpSpPr/>
        <p:nvPr/>
      </p:nvGrpSpPr>
      <p:grpSpPr>
        <a:xfrm>
          <a:off x="0" y="0"/>
          <a:ext cx="0" cy="0"/>
          <a:chOff x="0" y="0"/>
          <a:chExt cx="0" cy="0"/>
        </a:xfrm>
      </p:grpSpPr>
      <p:sp>
        <p:nvSpPr>
          <p:cNvPr id="548" name="TextShape 1">
            <a:extLst>
              <a:ext uri="{FF2B5EF4-FFF2-40B4-BE49-F238E27FC236}">
                <a16:creationId xmlns:a16="http://schemas.microsoft.com/office/drawing/2014/main" id="{651A0958-3A03-A6C4-14E8-66C3C6AC99EB}"/>
              </a:ext>
            </a:extLst>
          </p:cNvPr>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a:extLst>
              <a:ext uri="{FF2B5EF4-FFF2-40B4-BE49-F238E27FC236}">
                <a16:creationId xmlns:a16="http://schemas.microsoft.com/office/drawing/2014/main" id="{5D86D7B6-EC7D-CFE1-5EB2-E056EE7BB047}"/>
              </a:ext>
            </a:extLst>
          </p:cNvPr>
          <p:cNvSpPr>
            <a:spLocks noGrp="1" noRot="1" noChangeAspect="1"/>
          </p:cNvSpPr>
          <p:nvPr>
            <p:ph type="sldImg"/>
          </p:nvPr>
        </p:nvSpPr>
        <p:spPr>
          <a:xfrm>
            <a:off x="1106488" y="812800"/>
            <a:ext cx="5345112" cy="4008438"/>
          </a:xfrm>
          <a:prstGeom prst="rect">
            <a:avLst/>
          </a:prstGeom>
        </p:spPr>
      </p:sp>
      <p:sp>
        <p:nvSpPr>
          <p:cNvPr id="550" name="PlaceHolder 3">
            <a:extLst>
              <a:ext uri="{FF2B5EF4-FFF2-40B4-BE49-F238E27FC236}">
                <a16:creationId xmlns:a16="http://schemas.microsoft.com/office/drawing/2014/main" id="{BF297A6F-140C-76B6-75AF-0B5DC05C4E32}"/>
              </a:ext>
            </a:extLst>
          </p:cNvPr>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4091646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33EE-BC8D-8632-3621-6845DCE1AF06}"/>
            </a:ext>
          </a:extLst>
        </p:cNvPr>
        <p:cNvGrpSpPr/>
        <p:nvPr/>
      </p:nvGrpSpPr>
      <p:grpSpPr>
        <a:xfrm>
          <a:off x="0" y="0"/>
          <a:ext cx="0" cy="0"/>
          <a:chOff x="0" y="0"/>
          <a:chExt cx="0" cy="0"/>
        </a:xfrm>
      </p:grpSpPr>
      <p:sp>
        <p:nvSpPr>
          <p:cNvPr id="548" name="TextShape 1">
            <a:extLst>
              <a:ext uri="{FF2B5EF4-FFF2-40B4-BE49-F238E27FC236}">
                <a16:creationId xmlns:a16="http://schemas.microsoft.com/office/drawing/2014/main" id="{73DBB3E6-07F8-0BF2-6E53-A0F870CDBFFB}"/>
              </a:ext>
            </a:extLst>
          </p:cNvPr>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a:extLst>
              <a:ext uri="{FF2B5EF4-FFF2-40B4-BE49-F238E27FC236}">
                <a16:creationId xmlns:a16="http://schemas.microsoft.com/office/drawing/2014/main" id="{1F4E5B6D-CEC2-83F3-F418-53F3E4F2147A}"/>
              </a:ext>
            </a:extLst>
          </p:cNvPr>
          <p:cNvSpPr>
            <a:spLocks noGrp="1" noRot="1" noChangeAspect="1"/>
          </p:cNvSpPr>
          <p:nvPr>
            <p:ph type="sldImg"/>
          </p:nvPr>
        </p:nvSpPr>
        <p:spPr>
          <a:xfrm>
            <a:off x="1106488" y="812800"/>
            <a:ext cx="5345112" cy="4008438"/>
          </a:xfrm>
          <a:prstGeom prst="rect">
            <a:avLst/>
          </a:prstGeom>
        </p:spPr>
      </p:sp>
      <p:sp>
        <p:nvSpPr>
          <p:cNvPr id="550" name="PlaceHolder 3">
            <a:extLst>
              <a:ext uri="{FF2B5EF4-FFF2-40B4-BE49-F238E27FC236}">
                <a16:creationId xmlns:a16="http://schemas.microsoft.com/office/drawing/2014/main" id="{B585D96E-CBD0-E3AE-510B-0BF1B022D647}"/>
              </a:ext>
            </a:extLst>
          </p:cNvPr>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4225773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CE8E2-38CF-06E0-1DD0-FB1C5E54B6FA}"/>
            </a:ext>
          </a:extLst>
        </p:cNvPr>
        <p:cNvGrpSpPr/>
        <p:nvPr/>
      </p:nvGrpSpPr>
      <p:grpSpPr>
        <a:xfrm>
          <a:off x="0" y="0"/>
          <a:ext cx="0" cy="0"/>
          <a:chOff x="0" y="0"/>
          <a:chExt cx="0" cy="0"/>
        </a:xfrm>
      </p:grpSpPr>
      <p:sp>
        <p:nvSpPr>
          <p:cNvPr id="548" name="TextShape 1">
            <a:extLst>
              <a:ext uri="{FF2B5EF4-FFF2-40B4-BE49-F238E27FC236}">
                <a16:creationId xmlns:a16="http://schemas.microsoft.com/office/drawing/2014/main" id="{09DD814F-30FE-BF3A-748E-359EE1E256AB}"/>
              </a:ext>
            </a:extLst>
          </p:cNvPr>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a:extLst>
              <a:ext uri="{FF2B5EF4-FFF2-40B4-BE49-F238E27FC236}">
                <a16:creationId xmlns:a16="http://schemas.microsoft.com/office/drawing/2014/main" id="{83D9A18D-3835-47B5-0724-06B6F6BDE0CC}"/>
              </a:ext>
            </a:extLst>
          </p:cNvPr>
          <p:cNvSpPr>
            <a:spLocks noGrp="1" noRot="1" noChangeAspect="1"/>
          </p:cNvSpPr>
          <p:nvPr>
            <p:ph type="sldImg"/>
          </p:nvPr>
        </p:nvSpPr>
        <p:spPr>
          <a:xfrm>
            <a:off x="1106488" y="812800"/>
            <a:ext cx="5345112" cy="4008438"/>
          </a:xfrm>
          <a:prstGeom prst="rect">
            <a:avLst/>
          </a:prstGeom>
        </p:spPr>
      </p:sp>
      <p:sp>
        <p:nvSpPr>
          <p:cNvPr id="550" name="PlaceHolder 3">
            <a:extLst>
              <a:ext uri="{FF2B5EF4-FFF2-40B4-BE49-F238E27FC236}">
                <a16:creationId xmlns:a16="http://schemas.microsoft.com/office/drawing/2014/main" id="{953C3471-0CC2-1195-4949-E9955394421C}"/>
              </a:ext>
            </a:extLst>
          </p:cNvPr>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27581737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BF6D3-52EB-013B-2EED-15569CE3B4F2}"/>
            </a:ext>
          </a:extLst>
        </p:cNvPr>
        <p:cNvGrpSpPr/>
        <p:nvPr/>
      </p:nvGrpSpPr>
      <p:grpSpPr>
        <a:xfrm>
          <a:off x="0" y="0"/>
          <a:ext cx="0" cy="0"/>
          <a:chOff x="0" y="0"/>
          <a:chExt cx="0" cy="0"/>
        </a:xfrm>
      </p:grpSpPr>
      <p:sp>
        <p:nvSpPr>
          <p:cNvPr id="548" name="TextShape 1">
            <a:extLst>
              <a:ext uri="{FF2B5EF4-FFF2-40B4-BE49-F238E27FC236}">
                <a16:creationId xmlns:a16="http://schemas.microsoft.com/office/drawing/2014/main" id="{92976BAB-68C5-57E2-E8B3-115722229ED7}"/>
              </a:ext>
            </a:extLst>
          </p:cNvPr>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a:extLst>
              <a:ext uri="{FF2B5EF4-FFF2-40B4-BE49-F238E27FC236}">
                <a16:creationId xmlns:a16="http://schemas.microsoft.com/office/drawing/2014/main" id="{29E7C8A5-592C-D42F-34B6-DCCA176F0D70}"/>
              </a:ext>
            </a:extLst>
          </p:cNvPr>
          <p:cNvSpPr>
            <a:spLocks noGrp="1" noRot="1" noChangeAspect="1"/>
          </p:cNvSpPr>
          <p:nvPr>
            <p:ph type="sldImg"/>
          </p:nvPr>
        </p:nvSpPr>
        <p:spPr>
          <a:xfrm>
            <a:off x="1106488" y="812800"/>
            <a:ext cx="5345112" cy="4008438"/>
          </a:xfrm>
          <a:prstGeom prst="rect">
            <a:avLst/>
          </a:prstGeom>
        </p:spPr>
      </p:sp>
      <p:sp>
        <p:nvSpPr>
          <p:cNvPr id="550" name="PlaceHolder 3">
            <a:extLst>
              <a:ext uri="{FF2B5EF4-FFF2-40B4-BE49-F238E27FC236}">
                <a16:creationId xmlns:a16="http://schemas.microsoft.com/office/drawing/2014/main" id="{11D4721D-6579-09AD-4099-4309970541A3}"/>
              </a:ext>
            </a:extLst>
          </p:cNvPr>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5634009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27F7C-7396-DD93-6D1B-A276E17165A9}"/>
            </a:ext>
          </a:extLst>
        </p:cNvPr>
        <p:cNvGrpSpPr/>
        <p:nvPr/>
      </p:nvGrpSpPr>
      <p:grpSpPr>
        <a:xfrm>
          <a:off x="0" y="0"/>
          <a:ext cx="0" cy="0"/>
          <a:chOff x="0" y="0"/>
          <a:chExt cx="0" cy="0"/>
        </a:xfrm>
      </p:grpSpPr>
      <p:sp>
        <p:nvSpPr>
          <p:cNvPr id="548" name="TextShape 1">
            <a:extLst>
              <a:ext uri="{FF2B5EF4-FFF2-40B4-BE49-F238E27FC236}">
                <a16:creationId xmlns:a16="http://schemas.microsoft.com/office/drawing/2014/main" id="{B8AEEDEE-FA0F-055F-9A41-A2AFBA2DEE00}"/>
              </a:ext>
            </a:extLst>
          </p:cNvPr>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a:extLst>
              <a:ext uri="{FF2B5EF4-FFF2-40B4-BE49-F238E27FC236}">
                <a16:creationId xmlns:a16="http://schemas.microsoft.com/office/drawing/2014/main" id="{552B647D-FAAE-4C41-ECAE-BC3CD8F22C9C}"/>
              </a:ext>
            </a:extLst>
          </p:cNvPr>
          <p:cNvSpPr>
            <a:spLocks noGrp="1" noRot="1" noChangeAspect="1"/>
          </p:cNvSpPr>
          <p:nvPr>
            <p:ph type="sldImg"/>
          </p:nvPr>
        </p:nvSpPr>
        <p:spPr>
          <a:xfrm>
            <a:off x="1106488" y="812800"/>
            <a:ext cx="5345112" cy="4008438"/>
          </a:xfrm>
          <a:prstGeom prst="rect">
            <a:avLst/>
          </a:prstGeom>
        </p:spPr>
      </p:sp>
      <p:sp>
        <p:nvSpPr>
          <p:cNvPr id="550" name="PlaceHolder 3">
            <a:extLst>
              <a:ext uri="{FF2B5EF4-FFF2-40B4-BE49-F238E27FC236}">
                <a16:creationId xmlns:a16="http://schemas.microsoft.com/office/drawing/2014/main" id="{F5ADAF95-BB52-2CD3-0D08-45A38739450F}"/>
              </a:ext>
            </a:extLst>
          </p:cNvPr>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24451304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1"/>
          <p:cNvSpPr txBox="1"/>
          <p:nvPr/>
        </p:nvSpPr>
        <p:spPr>
          <a:xfrm>
            <a:off x="4278960" y="0"/>
            <a:ext cx="3280680" cy="534240"/>
          </a:xfrm>
          <a:prstGeom prst="rect">
            <a:avLst/>
          </a:prstGeom>
          <a:noFill/>
          <a:ln>
            <a:noFill/>
          </a:ln>
        </p:spPr>
        <p:txBody>
          <a:bodyPr lIns="0" tIns="0" rIns="0" bIns="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8BC23-2DC2-4E48-8097-6430E70C9652}" type="slidenum">
              <a:rPr kumimoji="0" lang="en-GB" sz="1400" b="0" i="0" u="none" strike="noStrike" kern="1200" cap="none" spc="-1" normalizeH="0" baseline="0" noProof="0">
                <a:ln>
                  <a:noFill/>
                </a:ln>
                <a:solidFill>
                  <a:srgbClr val="000000"/>
                </a:solidFill>
                <a:effectLst/>
                <a:uLnTx/>
                <a:uFillTx/>
                <a:latin typeface="Times New Roman"/>
                <a:ea typeface="DejaVu San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400" b="0" i="0" u="none" strike="noStrike" kern="1200" cap="none" spc="-1" normalizeH="0" baseline="0" noProof="0">
              <a:ln>
                <a:noFill/>
              </a:ln>
              <a:solidFill>
                <a:prstClr val="black"/>
              </a:solidFill>
              <a:effectLst/>
              <a:uLnTx/>
              <a:uFillTx/>
              <a:latin typeface="Arial"/>
            </a:endParaRPr>
          </a:p>
        </p:txBody>
      </p:sp>
      <p:sp>
        <p:nvSpPr>
          <p:cNvPr id="549" name="PlaceHolder 2"/>
          <p:cNvSpPr>
            <a:spLocks noGrp="1" noRot="1" noChangeAspect="1"/>
          </p:cNvSpPr>
          <p:nvPr>
            <p:ph type="sldImg"/>
          </p:nvPr>
        </p:nvSpPr>
        <p:spPr>
          <a:xfrm>
            <a:off x="1106488" y="812800"/>
            <a:ext cx="5345112" cy="4008438"/>
          </a:xfrm>
          <a:prstGeom prst="rect">
            <a:avLst/>
          </a:prstGeom>
        </p:spPr>
      </p:sp>
      <p:sp>
        <p:nvSpPr>
          <p:cNvPr id="550" name="PlaceHolder 3"/>
          <p:cNvSpPr>
            <a:spLocks noGrp="1"/>
          </p:cNvSpPr>
          <p:nvPr>
            <p:ph type="body"/>
          </p:nvPr>
        </p:nvSpPr>
        <p:spPr>
          <a:xfrm>
            <a:off x="756000" y="5078520"/>
            <a:ext cx="6047640" cy="4811040"/>
          </a:xfrm>
          <a:prstGeom prst="rect">
            <a:avLst/>
          </a:prstGeom>
        </p:spPr>
        <p:txBody>
          <a:bodyPr lIns="0" tIns="0" rIns="0" bIns="0">
            <a:noAutofit/>
          </a:bodyPr>
          <a:lstStyle/>
          <a:p>
            <a:endParaRPr lang="en-GB" sz="2000" b="0" strike="noStrike" spc="-1">
              <a:latin typeface="Arial"/>
            </a:endParaRPr>
          </a:p>
        </p:txBody>
      </p:sp>
    </p:spTree>
    <p:extLst>
      <p:ext uri="{BB962C8B-B14F-4D97-AF65-F5344CB8AC3E}">
        <p14:creationId xmlns:p14="http://schemas.microsoft.com/office/powerpoint/2010/main" val="1234744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01A54-35B3-4382-8665-5598FC38FE8B}"/>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619E23-F2F0-464D-9FC5-8F3AAD8DC12B}"/>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855845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081E-3670-4B56-B9C8-365C4E6EA16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0BB19EB-949C-4430-8A73-2F7C4BE0C4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20212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1F702-E85E-4CD2-B577-574213F2507B}"/>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2BD1B9E-22A9-4C79-8253-1C293C853B98}"/>
              </a:ext>
            </a:extLst>
          </p:cNvPr>
          <p:cNvSpPr>
            <a:spLocks noGrp="1"/>
          </p:cNvSpPr>
          <p:nvPr>
            <p:ph type="body" idx="1"/>
          </p:nvPr>
        </p:nvSpPr>
        <p:spPr>
          <a:xfrm>
            <a:off x="687388" y="5059363"/>
            <a:ext cx="8694737" cy="16525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00901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67A5A-3F61-41BD-9E69-0215653CE2D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7A30E72-6EAF-4D06-9471-8E202C858CFD}"/>
              </a:ext>
            </a:extLst>
          </p:cNvPr>
          <p:cNvSpPr>
            <a:spLocks noGrp="1"/>
          </p:cNvSpPr>
          <p:nvPr>
            <p:ph sz="half" idx="1"/>
          </p:nvPr>
        </p:nvSpPr>
        <p:spPr>
          <a:xfrm>
            <a:off x="215900" y="1079500"/>
            <a:ext cx="4459288" cy="438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9D0EBE9-B0E9-4412-8486-5B5A24C02E57}"/>
              </a:ext>
            </a:extLst>
          </p:cNvPr>
          <p:cNvSpPr>
            <a:spLocks noGrp="1"/>
          </p:cNvSpPr>
          <p:nvPr>
            <p:ph sz="half" idx="2"/>
          </p:nvPr>
        </p:nvSpPr>
        <p:spPr>
          <a:xfrm>
            <a:off x="4827588" y="1079500"/>
            <a:ext cx="4460875" cy="438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74501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3FD5B-6E20-4DCC-94B1-2BB233825EC9}"/>
              </a:ext>
            </a:extLst>
          </p:cNvPr>
          <p:cNvSpPr>
            <a:spLocks noGrp="1"/>
          </p:cNvSpPr>
          <p:nvPr>
            <p:ph type="title"/>
          </p:nvPr>
        </p:nvSpPr>
        <p:spPr>
          <a:xfrm>
            <a:off x="693738" y="403225"/>
            <a:ext cx="8694737" cy="146050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ED4522F-E3D6-4FBE-B447-2C70CA2C377A}"/>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260191-37DF-4B68-8A47-08B70B732AB9}"/>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2E50C57-E7E8-4308-BD65-E15A793DA15B}"/>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043E2C-FCE9-414B-BC44-9C710F51B10D}"/>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76340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487C8-C540-4B4E-9512-58B0DA1F111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174595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91448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39ECF-6D7B-4B43-A358-9CE9ED9A569D}"/>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3F4E0CB-D1B6-44BC-9092-DA9D944B409F}"/>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B23E788-BDE6-472D-A06E-326793823182}"/>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18051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4748-9D44-4255-9254-4EB21AC56F05}"/>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790AA25-4C94-4F47-B456-A218F292C1EE}"/>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EDDF8A5-C099-4544-B1C6-5FCAD7AD07C2}"/>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03291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D6604-DF96-43DB-903F-27BB3084467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91800E5-49F8-41D7-9583-3019CAF83B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02317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8FDB92-5B9E-4D77-95A8-16593C4F4EDC}"/>
              </a:ext>
            </a:extLst>
          </p:cNvPr>
          <p:cNvSpPr>
            <a:spLocks noGrp="1"/>
          </p:cNvSpPr>
          <p:nvPr>
            <p:ph type="title" orient="vert"/>
          </p:nvPr>
        </p:nvSpPr>
        <p:spPr>
          <a:xfrm>
            <a:off x="7235825" y="301625"/>
            <a:ext cx="2339975" cy="5162550"/>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D2C8BB-DBC3-4D0B-99A5-05DF513F939B}"/>
              </a:ext>
            </a:extLst>
          </p:cNvPr>
          <p:cNvSpPr>
            <a:spLocks noGrp="1"/>
          </p:cNvSpPr>
          <p:nvPr>
            <p:ph type="body" orient="vert" idx="1"/>
          </p:nvPr>
        </p:nvSpPr>
        <p:spPr>
          <a:xfrm>
            <a:off x="215900" y="301625"/>
            <a:ext cx="6867525" cy="5162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9320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301320"/>
            <a:ext cx="9071640" cy="850680"/>
          </a:xfrm>
          <a:prstGeom prst="rect">
            <a:avLst/>
          </a:prstGeom>
        </p:spPr>
        <p:txBody>
          <a:bodyPr lIns="0" tIns="0" rIns="0" bIns="0" anchor="ctr">
            <a:spAutoFit/>
          </a:bodyPr>
          <a:lstStyle/>
          <a:p>
            <a:pPr algn="ctr"/>
            <a:endParaRPr lang="en-GB" sz="4400" b="1" strike="noStrike" spc="-1">
              <a:solidFill>
                <a:srgbClr val="A12626"/>
              </a:solidFill>
              <a:latin typeface="Goudy Old Style"/>
            </a:endParaRPr>
          </a:p>
        </p:txBody>
      </p:sp>
      <p:sp>
        <p:nvSpPr>
          <p:cNvPr id="11" name="PlaceHolder 2"/>
          <p:cNvSpPr>
            <a:spLocks noGrp="1"/>
          </p:cNvSpPr>
          <p:nvPr>
            <p:ph type="body"/>
          </p:nvPr>
        </p:nvSpPr>
        <p:spPr>
          <a:xfrm>
            <a:off x="504000" y="1296000"/>
            <a:ext cx="9071640" cy="5112000"/>
          </a:xfrm>
          <a:prstGeom prst="rect">
            <a:avLst/>
          </a:prstGeom>
        </p:spPr>
        <p:txBody>
          <a:bodyPr lIns="0" tIns="0" rIns="0" bIns="0">
            <a:normAutofit/>
          </a:bodyPr>
          <a:lstStyle/>
          <a:p>
            <a:endParaRPr lang="en-GB" sz="2800" b="0" strike="noStrike" spc="-1">
              <a:latin typeface="Arial Black"/>
            </a:endParaRPr>
          </a:p>
        </p:txBody>
      </p:sp>
    </p:spTree>
    <p:extLst>
      <p:ext uri="{BB962C8B-B14F-4D97-AF65-F5344CB8AC3E}">
        <p14:creationId xmlns:p14="http://schemas.microsoft.com/office/powerpoint/2010/main" val="2183155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1_Title, Content over Content">
    <p:spTree>
      <p:nvGrpSpPr>
        <p:cNvPr id="1" name=""/>
        <p:cNvGrpSpPr/>
        <p:nvPr/>
      </p:nvGrpSpPr>
      <p:grpSpPr>
        <a:xfrm>
          <a:off x="0" y="0"/>
          <a:ext cx="0" cy="0"/>
          <a:chOff x="0" y="0"/>
          <a:chExt cx="0" cy="0"/>
        </a:xfrm>
      </p:grpSpPr>
      <p:sp>
        <p:nvSpPr>
          <p:cNvPr id="339" name="PlaceHolder 1"/>
          <p:cNvSpPr>
            <a:spLocks noGrp="1"/>
          </p:cNvSpPr>
          <p:nvPr>
            <p:ph type="title"/>
          </p:nvPr>
        </p:nvSpPr>
        <p:spPr>
          <a:xfrm>
            <a:off x="504000" y="301320"/>
            <a:ext cx="9072000" cy="1261800"/>
          </a:xfrm>
          <a:prstGeom prst="rect">
            <a:avLst/>
          </a:prstGeom>
        </p:spPr>
        <p:txBody>
          <a:bodyPr lIns="0" tIns="0" rIns="0" bIns="0" anchor="ctr">
            <a:spAutoFit/>
          </a:bodyPr>
          <a:lstStyle/>
          <a:p>
            <a:pPr algn="ctr"/>
            <a:endParaRPr lang="en-GB" sz="4400" b="0" strike="noStrike" spc="-1">
              <a:latin typeface="Arial"/>
            </a:endParaRPr>
          </a:p>
        </p:txBody>
      </p:sp>
      <p:sp>
        <p:nvSpPr>
          <p:cNvPr id="340" name="PlaceHolder 2"/>
          <p:cNvSpPr>
            <a:spLocks noGrp="1"/>
          </p:cNvSpPr>
          <p:nvPr>
            <p:ph type="body"/>
          </p:nvPr>
        </p:nvSpPr>
        <p:spPr>
          <a:xfrm>
            <a:off x="504000" y="1768680"/>
            <a:ext cx="9072000" cy="2090880"/>
          </a:xfrm>
          <a:prstGeom prst="rect">
            <a:avLst/>
          </a:prstGeom>
        </p:spPr>
        <p:txBody>
          <a:bodyPr lIns="0" tIns="0" rIns="0" bIns="0">
            <a:normAutofit/>
          </a:bodyPr>
          <a:lstStyle/>
          <a:p>
            <a:endParaRPr lang="en-GB" sz="3200" b="0" strike="noStrike" spc="-1">
              <a:latin typeface="Arial"/>
            </a:endParaRPr>
          </a:p>
        </p:txBody>
      </p:sp>
      <p:sp>
        <p:nvSpPr>
          <p:cNvPr id="341" name="PlaceHolder 3"/>
          <p:cNvSpPr>
            <a:spLocks noGrp="1"/>
          </p:cNvSpPr>
          <p:nvPr>
            <p:ph type="body"/>
          </p:nvPr>
        </p:nvSpPr>
        <p:spPr>
          <a:xfrm>
            <a:off x="504000" y="4058640"/>
            <a:ext cx="9072000" cy="2090880"/>
          </a:xfrm>
          <a:prstGeom prst="rect">
            <a:avLst/>
          </a:prstGeom>
        </p:spPr>
        <p:txBody>
          <a:bodyPr lIns="0" tIns="0" rIns="0" bIns="0">
            <a:normAutofit/>
          </a:bodyPr>
          <a:lstStyle/>
          <a:p>
            <a:endParaRPr lang="en-GB" sz="3200" b="0" strike="noStrike" spc="-1">
              <a:latin typeface="Arial"/>
            </a:endParaRPr>
          </a:p>
        </p:txBody>
      </p:sp>
    </p:spTree>
    <p:extLst>
      <p:ext uri="{BB962C8B-B14F-4D97-AF65-F5344CB8AC3E}">
        <p14:creationId xmlns:p14="http://schemas.microsoft.com/office/powerpoint/2010/main" val="4175418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pic>
        <p:nvPicPr>
          <p:cNvPr id="3" name="Google Shape;64;p14">
            <a:extLst>
              <a:ext uri="{FF2B5EF4-FFF2-40B4-BE49-F238E27FC236}">
                <a16:creationId xmlns:a16="http://schemas.microsoft.com/office/drawing/2014/main" id="{7CE8216A-0026-4785-9EBB-077404AECCBB}"/>
              </a:ext>
            </a:extLst>
          </p:cNvPr>
          <p:cNvPicPr>
            <a:picLocks noChangeAspect="1"/>
          </p:cNvPicPr>
          <p:nvPr/>
        </p:nvPicPr>
        <p:blipFill>
          <a:blip r:embed="rId15">
            <a:lum/>
            <a:alphaModFix/>
          </a:blip>
          <a:srcRect/>
          <a:stretch>
            <a:fillRect/>
          </a:stretch>
        </p:blipFill>
        <p:spPr>
          <a:xfrm>
            <a:off x="8795880" y="674640"/>
            <a:ext cx="1283400" cy="116640"/>
          </a:xfrm>
          <a:prstGeom prst="rect">
            <a:avLst/>
          </a:prstGeom>
          <a:noFill/>
          <a:ln>
            <a:noFill/>
          </a:ln>
        </p:spPr>
      </p:pic>
      <p:pic>
        <p:nvPicPr>
          <p:cNvPr id="4" name="Google Shape;65;p14">
            <a:extLst>
              <a:ext uri="{FF2B5EF4-FFF2-40B4-BE49-F238E27FC236}">
                <a16:creationId xmlns:a16="http://schemas.microsoft.com/office/drawing/2014/main" id="{4FC94526-35B2-4708-9DB2-7D9DD2E3E74A}"/>
              </a:ext>
            </a:extLst>
          </p:cNvPr>
          <p:cNvPicPr>
            <a:picLocks noChangeAspect="1"/>
          </p:cNvPicPr>
          <p:nvPr/>
        </p:nvPicPr>
        <p:blipFill>
          <a:blip r:embed="rId15">
            <a:lum/>
            <a:alphaModFix/>
          </a:blip>
          <a:srcRect/>
          <a:stretch>
            <a:fillRect/>
          </a:stretch>
        </p:blipFill>
        <p:spPr>
          <a:xfrm>
            <a:off x="83520" y="674640"/>
            <a:ext cx="1283400" cy="116640"/>
          </a:xfrm>
          <a:prstGeom prst="rect">
            <a:avLst/>
          </a:prstGeom>
          <a:noFill/>
          <a:ln>
            <a:noFill/>
          </a:ln>
        </p:spPr>
      </p:pic>
      <p:sp>
        <p:nvSpPr>
          <p:cNvPr id="5" name="Title Placeholder 4">
            <a:extLst>
              <a:ext uri="{FF2B5EF4-FFF2-40B4-BE49-F238E27FC236}">
                <a16:creationId xmlns:a16="http://schemas.microsoft.com/office/drawing/2014/main" id="{BC493BF7-0B8F-41CC-B85A-962542232DC2}"/>
              </a:ext>
            </a:extLst>
          </p:cNvPr>
          <p:cNvSpPr txBox="1">
            <a:spLocks noGrp="1"/>
          </p:cNvSpPr>
          <p:nvPr>
            <p:ph type="title"/>
          </p:nvPr>
        </p:nvSpPr>
        <p:spPr>
          <a:xfrm>
            <a:off x="503999" y="301320"/>
            <a:ext cx="9072000" cy="1261800"/>
          </a:xfrm>
          <a:prstGeom prst="rect">
            <a:avLst/>
          </a:prstGeom>
          <a:noFill/>
          <a:ln>
            <a:noFill/>
          </a:ln>
        </p:spPr>
        <p:txBody>
          <a:bodyPr lIns="0" tIns="0" rIns="0" bIns="0" anchor="ctr"/>
          <a:lstStyle/>
          <a:p>
            <a:endParaRPr lang="en-US"/>
          </a:p>
        </p:txBody>
      </p:sp>
      <p:sp>
        <p:nvSpPr>
          <p:cNvPr id="6" name="Text Placeholder 5">
            <a:extLst>
              <a:ext uri="{FF2B5EF4-FFF2-40B4-BE49-F238E27FC236}">
                <a16:creationId xmlns:a16="http://schemas.microsoft.com/office/drawing/2014/main" id="{5B785501-FFFA-4FAD-99E1-8FF56D00B938}"/>
              </a:ext>
            </a:extLst>
          </p:cNvPr>
          <p:cNvSpPr txBox="1">
            <a:spLocks noGrp="1"/>
          </p:cNvSpPr>
          <p:nvPr>
            <p:ph type="body" idx="1"/>
          </p:nvPr>
        </p:nvSpPr>
        <p:spPr>
          <a:xfrm>
            <a:off x="216000" y="1080000"/>
            <a:ext cx="9072000" cy="438408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logo on a black background&#10;&#10;Description automatically generated">
            <a:extLst>
              <a:ext uri="{FF2B5EF4-FFF2-40B4-BE49-F238E27FC236}">
                <a16:creationId xmlns:a16="http://schemas.microsoft.com/office/drawing/2014/main" id="{79A2C109-FA13-34DB-6B12-F95E8DA80FE4}"/>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7929" t="23839" r="6492" b="26583"/>
          <a:stretch/>
        </p:blipFill>
        <p:spPr>
          <a:xfrm>
            <a:off x="2936411" y="6242760"/>
            <a:ext cx="3631177" cy="126180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4628" r:id="rId12"/>
    <p:sldLayoutId id="2147484630" r:id="rId13"/>
  </p:sldLayoutIdLst>
  <p:txStyles>
    <p:titleStyle>
      <a:lvl1pPr marL="0" marR="0" indent="0" algn="l" hangingPunct="0">
        <a:lnSpc>
          <a:spcPct val="100000"/>
        </a:lnSpc>
        <a:tabLst/>
        <a:defRPr lang="en-US" sz="1400" b="0" i="0" u="none" strike="noStrike" kern="1200" cap="none" spc="0" baseline="0">
          <a:ln>
            <a:noFill/>
          </a:ln>
          <a:solidFill>
            <a:srgbClr val="000000"/>
          </a:solidFill>
          <a:highlight>
            <a:scrgbClr r="0" g="0" b="0">
              <a:alpha val="0"/>
            </a:scrgbClr>
          </a:highlight>
          <a:latin typeface="Arial"/>
          <a:cs typeface="Arial"/>
        </a:defRPr>
      </a:lvl1pPr>
    </p:titleStyle>
    <p:bodyStyle>
      <a:lvl1pPr marL="0" marR="0" indent="0" algn="l" hangingPunct="0">
        <a:lnSpc>
          <a:spcPct val="100000"/>
        </a:lnSpc>
        <a:spcBef>
          <a:spcPts val="1417"/>
        </a:spcBef>
        <a:spcAft>
          <a:spcPts val="0"/>
        </a:spcAft>
        <a:tabLst/>
        <a:defRPr lang="en-US" sz="1400" b="0" i="0" u="none" strike="noStrike" kern="1200" cap="none" spc="0" baseline="0">
          <a:ln>
            <a:noFill/>
          </a:ln>
          <a:solidFill>
            <a:srgbClr val="000000"/>
          </a:solidFill>
          <a:highlight>
            <a:scrgbClr r="0" g="0" b="0">
              <a:alpha val="0"/>
            </a:scrgbClr>
          </a:highlight>
          <a:latin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TextShape 1"/>
          <p:cNvSpPr txBox="1"/>
          <p:nvPr/>
        </p:nvSpPr>
        <p:spPr>
          <a:xfrm>
            <a:off x="504000" y="388106"/>
            <a:ext cx="9071640" cy="677108"/>
          </a:xfrm>
          <a:prstGeom prst="rect">
            <a:avLst/>
          </a:prstGeom>
          <a:noFill/>
          <a:ln>
            <a:noFill/>
          </a:ln>
        </p:spPr>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1" i="1" u="none" strike="noStrike" kern="1200" cap="none" spc="-1" normalizeH="0" baseline="0" noProof="0">
                <a:ln>
                  <a:noFill/>
                </a:ln>
                <a:solidFill>
                  <a:schemeClr val="accent1"/>
                </a:solidFill>
                <a:effectLst/>
                <a:uLnTx/>
                <a:uFillTx/>
                <a:latin typeface="Times New Roman"/>
                <a:ea typeface="DejaVu Sans"/>
                <a:cs typeface="DejaVu Sans"/>
              </a:rPr>
              <a:t>Welcome</a:t>
            </a:r>
            <a:endParaRPr kumimoji="0" lang="en-GB" sz="4400" b="1" i="0" u="none" strike="noStrike" kern="1200" cap="none" spc="-1" normalizeH="0" baseline="0" noProof="0">
              <a:ln>
                <a:noFill/>
              </a:ln>
              <a:solidFill>
                <a:schemeClr val="accent1"/>
              </a:solidFill>
              <a:effectLst/>
              <a:uLnTx/>
              <a:uFillTx/>
              <a:latin typeface="Goudy Old Style"/>
              <a:ea typeface="DejaVu Sans"/>
              <a:cs typeface="DejaVu Sans"/>
            </a:endParaRPr>
          </a:p>
        </p:txBody>
      </p:sp>
      <p:sp>
        <p:nvSpPr>
          <p:cNvPr id="4" name="Rectangle 3">
            <a:extLst>
              <a:ext uri="{FF2B5EF4-FFF2-40B4-BE49-F238E27FC236}">
                <a16:creationId xmlns:a16="http://schemas.microsoft.com/office/drawing/2014/main" id="{E369E544-2E3E-57FD-36F8-B442F2B83157}"/>
              </a:ext>
            </a:extLst>
          </p:cNvPr>
          <p:cNvSpPr/>
          <p:nvPr/>
        </p:nvSpPr>
        <p:spPr>
          <a:xfrm>
            <a:off x="3115340" y="6422065"/>
            <a:ext cx="3625702" cy="113761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0F5B1975-83FC-65BE-CCA4-FF3AC5D01B6C}"/>
              </a:ext>
            </a:extLst>
          </p:cNvPr>
          <p:cNvSpPr/>
          <p:nvPr/>
        </p:nvSpPr>
        <p:spPr>
          <a:xfrm>
            <a:off x="2427611" y="6020474"/>
            <a:ext cx="4984693" cy="126235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descr="A blue cross and open book with text&#10;&#10;Description automatically generated">
            <a:extLst>
              <a:ext uri="{FF2B5EF4-FFF2-40B4-BE49-F238E27FC236}">
                <a16:creationId xmlns:a16="http://schemas.microsoft.com/office/drawing/2014/main" id="{878B8027-365C-A518-5AC2-051C40127B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128" y="1065214"/>
            <a:ext cx="6181383" cy="6181383"/>
          </a:xfrm>
          <a:prstGeom prst="rect">
            <a:avLst/>
          </a:prstGeom>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DA9F3-7C1A-B0E4-6D54-B2BA9EB5CBB8}"/>
              </a:ext>
            </a:extLst>
          </p:cNvPr>
          <p:cNvSpPr>
            <a:spLocks noGrp="1"/>
          </p:cNvSpPr>
          <p:nvPr>
            <p:ph type="title"/>
          </p:nvPr>
        </p:nvSpPr>
        <p:spPr>
          <a:xfrm>
            <a:off x="503999" y="301320"/>
            <a:ext cx="9072000" cy="740671"/>
          </a:xfrm>
        </p:spPr>
        <p:txBody>
          <a:bodyPr/>
          <a:lstStyle/>
          <a:p>
            <a:pPr marL="0" marR="0" lvl="0" indent="0" algn="ctr" defTabSz="914400" rtl="0" eaLnBrk="1" fontAlgn="base" latinLnBrk="0" hangingPunct="1">
              <a:lnSpc>
                <a:spcPct val="100000"/>
              </a:lnSpc>
              <a:spcBef>
                <a:spcPct val="0"/>
              </a:spcBef>
              <a:spcAft>
                <a:spcPct val="0"/>
              </a:spcAft>
              <a:tabLst/>
              <a:defRPr/>
            </a:pPr>
            <a:r>
              <a:rPr kumimoji="0" lang="en-GB" altLang="en-US" sz="4400" b="0" i="1" u="none" strike="noStrike" kern="1200" cap="none" spc="0" normalizeH="0" baseline="0" noProof="0">
                <a:ln>
                  <a:noFill/>
                </a:ln>
                <a:solidFill>
                  <a:schemeClr val="accent1"/>
                </a:solidFill>
                <a:effectLst/>
                <a:uLnTx/>
                <a:uFillTx/>
                <a:latin typeface="Times New Roman" panose="02020603050405020304" pitchFamily="18" charset="0"/>
                <a:ea typeface="Sorts Mill Goudy" charset="0"/>
                <a:cs typeface="DejaVu Sans" panose="020B0603030804020204" pitchFamily="34" charset="0"/>
              </a:rPr>
              <a:t>Notices</a:t>
            </a:r>
            <a:br>
              <a:rPr kumimoji="0" lang="en-GB" altLang="en-US" sz="4400" b="0" i="0" u="none" strike="noStrike" kern="1200" cap="none" spc="0" normalizeH="0" baseline="0" noProof="0">
                <a:ln>
                  <a:noFill/>
                </a:ln>
                <a:solidFill>
                  <a:schemeClr val="accent1"/>
                </a:solidFill>
                <a:effectLst/>
                <a:uLnTx/>
                <a:uFillTx/>
                <a:latin typeface="Arial" panose="020B0604020202020204" pitchFamily="34" charset="0"/>
                <a:ea typeface="Sorts Mill Goudy" charset="0"/>
                <a:cs typeface="DejaVu Sans" panose="020B0603030804020204" pitchFamily="34" charset="0"/>
              </a:rPr>
            </a:br>
            <a:endParaRPr lang="en-GB">
              <a:solidFill>
                <a:schemeClr val="accent1"/>
              </a:solidFill>
            </a:endParaRPr>
          </a:p>
        </p:txBody>
      </p:sp>
      <p:sp>
        <p:nvSpPr>
          <p:cNvPr id="3" name="TextBox 2">
            <a:extLst>
              <a:ext uri="{FF2B5EF4-FFF2-40B4-BE49-F238E27FC236}">
                <a16:creationId xmlns:a16="http://schemas.microsoft.com/office/drawing/2014/main" id="{67061580-29E1-C8BF-AAA2-D147809720FF}"/>
              </a:ext>
            </a:extLst>
          </p:cNvPr>
          <p:cNvSpPr txBox="1"/>
          <p:nvPr/>
        </p:nvSpPr>
        <p:spPr>
          <a:xfrm>
            <a:off x="765544" y="877831"/>
            <a:ext cx="8893463" cy="4401205"/>
          </a:xfrm>
          <a:prstGeom prst="rect">
            <a:avLst/>
          </a:prstGeom>
          <a:noFill/>
        </p:spPr>
        <p:txBody>
          <a:bodyPr wrap="square" rtlCol="0">
            <a:spAutoFit/>
          </a:bodyPr>
          <a:lstStyle/>
          <a:p>
            <a:pPr fontAlgn="base">
              <a:spcBef>
                <a:spcPct val="0"/>
              </a:spcBef>
              <a:spcAft>
                <a:spcPct val="0"/>
              </a:spcAft>
              <a:defRPr/>
            </a:pPr>
            <a:r>
              <a:rPr lang="en-US" altLang="en-US" sz="2800">
                <a:solidFill>
                  <a:schemeClr val="accent1"/>
                </a:solidFill>
                <a:latin typeface="Arial Black" panose="020B0A04020102020204" pitchFamily="34" charset="0"/>
                <a:cs typeface="DejaVu Sans" pitchFamily="34" charset="0"/>
              </a:rPr>
              <a:t>Today </a:t>
            </a:r>
            <a:r>
              <a:rPr lang="en-US" altLang="en-US" sz="2800">
                <a:latin typeface="Arial Black" panose="020B0A04020102020204" pitchFamily="34" charset="0"/>
                <a:cs typeface="DejaVu Sans" pitchFamily="34" charset="0"/>
              </a:rPr>
              <a:t>–</a:t>
            </a:r>
            <a:r>
              <a:rPr lang="en-US" altLang="en-US" sz="2800">
                <a:solidFill>
                  <a:schemeClr val="accent1"/>
                </a:solidFill>
                <a:latin typeface="Arial Black" panose="020B0A04020102020204" pitchFamily="34" charset="0"/>
                <a:cs typeface="DejaVu Sans" pitchFamily="34" charset="0"/>
              </a:rPr>
              <a:t> </a:t>
            </a:r>
            <a:r>
              <a:rPr lang="en-US" altLang="en-US" sz="2800">
                <a:solidFill>
                  <a:srgbClr val="000000"/>
                </a:solidFill>
                <a:latin typeface="Arial Black" panose="020B0A04020102020204" pitchFamily="34" charset="0"/>
                <a:cs typeface="DejaVu Sans" pitchFamily="34" charset="0"/>
              </a:rPr>
              <a:t>6pm Evening Service (2 Peter)</a:t>
            </a:r>
          </a:p>
          <a:p>
            <a:pPr fontAlgn="base">
              <a:spcBef>
                <a:spcPct val="0"/>
              </a:spcBef>
              <a:spcAft>
                <a:spcPct val="0"/>
              </a:spcAft>
              <a:defRPr/>
            </a:pPr>
            <a:r>
              <a:rPr lang="en-US" altLang="en-US" sz="2800">
                <a:solidFill>
                  <a:srgbClr val="000000"/>
                </a:solidFill>
                <a:latin typeface="Arial Black" panose="020B0A04020102020204" pitchFamily="34" charset="0"/>
                <a:cs typeface="DejaVu Sans" pitchFamily="34" charset="0"/>
              </a:rPr>
              <a:t>		Restarting in Sept</a:t>
            </a:r>
          </a:p>
          <a:p>
            <a:pPr fontAlgn="base">
              <a:spcBef>
                <a:spcPct val="0"/>
              </a:spcBef>
              <a:spcAft>
                <a:spcPct val="0"/>
              </a:spcAft>
              <a:defRPr/>
            </a:pPr>
            <a:endParaRPr lang="en-US" altLang="en-US" sz="2800">
              <a:solidFill>
                <a:srgbClr val="000000"/>
              </a:solidFill>
              <a:latin typeface="Arial Black" panose="020B0A04020102020204" pitchFamily="34" charset="0"/>
              <a:cs typeface="DejaVu Sans" pitchFamily="34" charset="0"/>
            </a:endParaRPr>
          </a:p>
          <a:p>
            <a:pPr fontAlgn="base">
              <a:spcBef>
                <a:spcPct val="0"/>
              </a:spcBef>
              <a:spcAft>
                <a:spcPct val="0"/>
              </a:spcAft>
              <a:defRPr/>
            </a:pPr>
            <a:r>
              <a:rPr lang="en-US" altLang="en-US" sz="2800">
                <a:solidFill>
                  <a:schemeClr val="accent1"/>
                </a:solidFill>
                <a:latin typeface="Arial Black" panose="020B0A04020102020204" pitchFamily="34" charset="0"/>
                <a:cs typeface="DejaVu Sans" pitchFamily="34" charset="0"/>
              </a:rPr>
              <a:t>Monday </a:t>
            </a:r>
            <a:r>
              <a:rPr lang="en-US" altLang="en-US" sz="2800">
                <a:latin typeface="Arial Black" panose="020B0A04020102020204" pitchFamily="34" charset="0"/>
                <a:cs typeface="DejaVu Sans" pitchFamily="34" charset="0"/>
              </a:rPr>
              <a:t>–</a:t>
            </a:r>
            <a:r>
              <a:rPr lang="en-US" altLang="en-US" sz="2800">
                <a:solidFill>
                  <a:schemeClr val="accent1"/>
                </a:solidFill>
                <a:latin typeface="Arial Black" panose="020B0A04020102020204" pitchFamily="34" charset="0"/>
                <a:cs typeface="DejaVu Sans" pitchFamily="34" charset="0"/>
              </a:rPr>
              <a:t> </a:t>
            </a:r>
            <a:r>
              <a:rPr lang="en-US" altLang="en-US" sz="2800">
                <a:latin typeface="Arial Black" panose="020B0A04020102020204" pitchFamily="34" charset="0"/>
                <a:cs typeface="DejaVu Sans" pitchFamily="34" charset="0"/>
              </a:rPr>
              <a:t>Youth Group: Final before Sept</a:t>
            </a:r>
          </a:p>
          <a:p>
            <a:pPr fontAlgn="base">
              <a:spcBef>
                <a:spcPct val="0"/>
              </a:spcBef>
              <a:spcAft>
                <a:spcPct val="0"/>
              </a:spcAft>
              <a:defRPr/>
            </a:pPr>
            <a:endParaRPr lang="en-US" altLang="en-US" sz="2800">
              <a:latin typeface="Arial Black" panose="020B0A04020102020204" pitchFamily="34" charset="0"/>
              <a:cs typeface="DejaVu Sans" pitchFamily="34" charset="0"/>
            </a:endParaRPr>
          </a:p>
          <a:p>
            <a:pPr fontAlgn="base">
              <a:spcBef>
                <a:spcPct val="0"/>
              </a:spcBef>
              <a:spcAft>
                <a:spcPct val="0"/>
              </a:spcAft>
              <a:defRPr/>
            </a:pPr>
            <a:r>
              <a:rPr kumimoji="0" lang="en-US" altLang="en-US" sz="2800" b="0" i="0" strike="noStrike" kern="1200" cap="none" spc="0" normalizeH="0" baseline="0" noProof="0">
                <a:ln>
                  <a:noFill/>
                </a:ln>
                <a:solidFill>
                  <a:schemeClr val="accent1"/>
                </a:solidFill>
                <a:effectLst/>
                <a:uLnTx/>
                <a:uFillTx/>
                <a:latin typeface="Arial Black" panose="020B0A04020102020204" pitchFamily="34" charset="0"/>
                <a:ea typeface="+mn-ea"/>
                <a:cs typeface="DejaVu Sans" pitchFamily="34" charset="0"/>
              </a:rPr>
              <a:t>Wednesday</a:t>
            </a:r>
            <a:r>
              <a:rPr lang="en-US" altLang="en-US" sz="2800">
                <a:solidFill>
                  <a:srgbClr val="000000"/>
                </a:solidFill>
                <a:latin typeface="Arial Black" panose="020B0A04020102020204" pitchFamily="34" charset="0"/>
                <a:cs typeface="DejaVu Sans" pitchFamily="34" charset="0"/>
              </a:rPr>
              <a:t> </a:t>
            </a:r>
            <a:r>
              <a:rPr kumimoji="0" lang="en-US" altLang="en-US" sz="2800" b="0" i="0" u="none" strike="noStrike" kern="1200" cap="none" spc="0" normalizeH="0" baseline="0" noProof="0">
                <a:ln>
                  <a:noFill/>
                </a:ln>
                <a:solidFill>
                  <a:srgbClr val="000000"/>
                </a:solidFill>
                <a:effectLst/>
                <a:uLnTx/>
                <a:uFillTx/>
                <a:latin typeface="Arial Black" panose="020B0A04020102020204" pitchFamily="34" charset="0"/>
                <a:ea typeface="+mn-ea"/>
                <a:cs typeface="DejaVu Sans" pitchFamily="34" charset="0"/>
              </a:rPr>
              <a:t>– Prayer Meeting </a:t>
            </a:r>
            <a:r>
              <a:rPr kumimoji="0" lang="en-US" altLang="en-US" sz="2800" b="0" i="0" u="none" strike="noStrike" kern="1200" cap="none" spc="0" normalizeH="0" baseline="0" noProof="0">
                <a:ln>
                  <a:noFill/>
                </a:ln>
                <a:solidFill>
                  <a:srgbClr val="FF0000"/>
                </a:solidFill>
                <a:effectLst/>
                <a:uLnTx/>
                <a:uFillTx/>
                <a:latin typeface="Arial Black" panose="020B0A04020102020204" pitchFamily="34" charset="0"/>
                <a:ea typeface="+mn-ea"/>
                <a:cs typeface="DejaVu Sans" pitchFamily="34" charset="0"/>
              </a:rPr>
              <a:t>7</a:t>
            </a:r>
            <a:r>
              <a:rPr lang="en-US" altLang="en-US" sz="2800">
                <a:solidFill>
                  <a:srgbClr val="FF0000"/>
                </a:solidFill>
                <a:latin typeface="Arial Black" panose="020B0A04020102020204" pitchFamily="34" charset="0"/>
                <a:cs typeface="DejaVu Sans" pitchFamily="34" charset="0"/>
              </a:rPr>
              <a:t>pm</a:t>
            </a:r>
            <a:r>
              <a:rPr lang="en-US" altLang="en-US" sz="2800">
                <a:solidFill>
                  <a:srgbClr val="000000"/>
                </a:solidFill>
                <a:latin typeface="Arial Black" panose="020B0A04020102020204" pitchFamily="34" charset="0"/>
                <a:cs typeface="DejaVu Sans" pitchFamily="34" charset="0"/>
              </a:rPr>
              <a:t>, Roundhill </a:t>
            </a:r>
          </a:p>
          <a:p>
            <a:pPr fontAlgn="base">
              <a:spcBef>
                <a:spcPct val="0"/>
              </a:spcBef>
              <a:spcAft>
                <a:spcPct val="0"/>
              </a:spcAft>
              <a:defRPr/>
            </a:pPr>
            <a:r>
              <a:rPr lang="en-US" altLang="en-US" sz="2800">
                <a:solidFill>
                  <a:srgbClr val="000000"/>
                </a:solidFill>
                <a:latin typeface="Arial Black" panose="020B0A04020102020204" pitchFamily="34" charset="0"/>
                <a:cs typeface="DejaVu Sans" pitchFamily="34" charset="0"/>
              </a:rPr>
              <a:t> </a:t>
            </a:r>
          </a:p>
          <a:p>
            <a:pPr fontAlgn="base">
              <a:spcBef>
                <a:spcPct val="0"/>
              </a:spcBef>
              <a:spcAft>
                <a:spcPct val="0"/>
              </a:spcAft>
              <a:defRPr/>
            </a:pPr>
            <a:r>
              <a:rPr lang="en-US" altLang="en-US" sz="2800">
                <a:solidFill>
                  <a:srgbClr val="000000"/>
                </a:solidFill>
                <a:latin typeface="Arial Black" panose="020B0A04020102020204" pitchFamily="34" charset="0"/>
                <a:cs typeface="DejaVu Sans" pitchFamily="34" charset="0"/>
              </a:rPr>
              <a:t>        </a:t>
            </a:r>
          </a:p>
          <a:p>
            <a:pPr fontAlgn="base">
              <a:spcBef>
                <a:spcPct val="0"/>
              </a:spcBef>
              <a:spcAft>
                <a:spcPct val="0"/>
              </a:spcAft>
              <a:defRPr/>
            </a:pPr>
            <a:r>
              <a:rPr lang="en-US" altLang="en-US" sz="2800">
                <a:solidFill>
                  <a:schemeClr val="accent1"/>
                </a:solidFill>
                <a:latin typeface="Arial Black" panose="020B0A04020102020204" pitchFamily="34" charset="0"/>
                <a:cs typeface="DejaVu Sans" panose="020B0603030804020204" pitchFamily="34" charset="0"/>
              </a:rPr>
              <a:t>N</a:t>
            </a:r>
            <a:r>
              <a:rPr kumimoji="0" lang="en-US" altLang="en-US" sz="2800" b="0" i="0" strike="noStrike" kern="1200" cap="none" spc="0" normalizeH="0" baseline="0" noProof="0" err="1">
                <a:ln>
                  <a:noFill/>
                </a:ln>
                <a:solidFill>
                  <a:schemeClr val="accent1"/>
                </a:solidFill>
                <a:effectLst/>
                <a:uLnTx/>
                <a:uFillTx/>
                <a:latin typeface="Arial Black" panose="020B0A04020102020204" pitchFamily="34" charset="0"/>
                <a:ea typeface="+mn-ea"/>
                <a:cs typeface="DejaVu Sans" panose="020B0603030804020204" pitchFamily="34" charset="0"/>
              </a:rPr>
              <a:t>ext</a:t>
            </a:r>
            <a:r>
              <a:rPr kumimoji="0" lang="en-US" altLang="en-US" sz="2800" b="0" i="0" strike="noStrike" kern="1200" cap="none" spc="0" normalizeH="0" baseline="0" noProof="0">
                <a:ln>
                  <a:noFill/>
                </a:ln>
                <a:solidFill>
                  <a:schemeClr val="accent1"/>
                </a:solidFill>
                <a:effectLst/>
                <a:uLnTx/>
                <a:uFillTx/>
                <a:latin typeface="Arial Black" panose="020B0A04020102020204" pitchFamily="34" charset="0"/>
                <a:ea typeface="+mn-ea"/>
                <a:cs typeface="DejaVu Sans" panose="020B0603030804020204" pitchFamily="34" charset="0"/>
              </a:rPr>
              <a:t> Lord’s Day</a:t>
            </a:r>
            <a:r>
              <a:rPr kumimoji="0" lang="en-US" altLang="en-US" sz="2800" b="0" i="0" u="none" strike="noStrike" kern="1200" cap="none" spc="0" normalizeH="0" baseline="0" noProof="0">
                <a:ln>
                  <a:noFill/>
                </a:ln>
                <a:solidFill>
                  <a:srgbClr val="000000"/>
                </a:solidFill>
                <a:effectLst/>
                <a:uLnTx/>
                <a:uFillTx/>
                <a:latin typeface="Arial Black" panose="020B0A04020102020204" pitchFamily="34" charset="0"/>
                <a:ea typeface="+mn-ea"/>
                <a:cs typeface="DejaVu Sans" pitchFamily="34" charset="0"/>
              </a:rPr>
              <a:t> – 10.30am </a:t>
            </a:r>
            <a:r>
              <a:rPr lang="en-US" altLang="en-US" sz="2800">
                <a:solidFill>
                  <a:srgbClr val="000000"/>
                </a:solidFill>
                <a:latin typeface="Arial Black" panose="020B0A04020102020204" pitchFamily="34" charset="0"/>
                <a:cs typeface="DejaVu Sans" pitchFamily="34" charset="0"/>
              </a:rPr>
              <a:t>Morning</a:t>
            </a:r>
            <a:r>
              <a:rPr kumimoji="0" lang="en-US" altLang="en-US" sz="2800" b="0" i="0" u="none" strike="noStrike" kern="1200" cap="none" spc="0" normalizeH="0" baseline="0" noProof="0">
                <a:ln>
                  <a:noFill/>
                </a:ln>
                <a:solidFill>
                  <a:srgbClr val="000000"/>
                </a:solidFill>
                <a:effectLst/>
                <a:uLnTx/>
                <a:uFillTx/>
                <a:latin typeface="Arial Black" panose="020B0A04020102020204" pitchFamily="34" charset="0"/>
                <a:ea typeface="+mn-ea"/>
                <a:cs typeface="DejaVu Sans" pitchFamily="34" charset="0"/>
              </a:rPr>
              <a:t> Service</a:t>
            </a:r>
          </a:p>
          <a:p>
            <a:pPr fontAlgn="base">
              <a:spcBef>
                <a:spcPct val="0"/>
              </a:spcBef>
              <a:spcAft>
                <a:spcPct val="0"/>
              </a:spcAft>
              <a:defRPr/>
            </a:pPr>
            <a:r>
              <a:rPr lang="en-US" altLang="en-US" sz="2800">
                <a:solidFill>
                  <a:srgbClr val="000000"/>
                </a:solidFill>
                <a:latin typeface="Arial Black" panose="020B0A04020102020204" pitchFamily="34" charset="0"/>
                <a:cs typeface="DejaVu Sans" pitchFamily="34" charset="0"/>
              </a:rPr>
              <a:t> </a:t>
            </a:r>
            <a:endParaRPr kumimoji="0" lang="en-US" altLang="en-US" sz="2800" b="0" i="0" u="none" strike="noStrike" kern="1200" cap="none" spc="0" normalizeH="0" baseline="0" noProof="0">
              <a:ln>
                <a:noFill/>
              </a:ln>
              <a:solidFill>
                <a:srgbClr val="000000"/>
              </a:solidFill>
              <a:effectLst/>
              <a:uLnTx/>
              <a:uFillTx/>
              <a:latin typeface="Arial Black" panose="020B0A04020102020204" pitchFamily="34" charset="0"/>
              <a:ea typeface="+mn-ea"/>
              <a:cs typeface="DejaVu Sans" pitchFamily="34" charset="0"/>
            </a:endParaRPr>
          </a:p>
        </p:txBody>
      </p:sp>
    </p:spTree>
    <p:extLst>
      <p:ext uri="{BB962C8B-B14F-4D97-AF65-F5344CB8AC3E}">
        <p14:creationId xmlns:p14="http://schemas.microsoft.com/office/powerpoint/2010/main" val="579804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0D940-3A60-19CF-63B5-62F412D0C5FE}"/>
              </a:ext>
            </a:extLst>
          </p:cNvPr>
          <p:cNvSpPr>
            <a:spLocks noGrp="1"/>
          </p:cNvSpPr>
          <p:nvPr>
            <p:ph type="title"/>
          </p:nvPr>
        </p:nvSpPr>
        <p:spPr>
          <a:xfrm>
            <a:off x="503999" y="301320"/>
            <a:ext cx="9072000" cy="751303"/>
          </a:xfrm>
        </p:spPr>
        <p:txBody>
          <a:bodyPr/>
          <a:lstStyle/>
          <a:p>
            <a:pPr algn="ctr"/>
            <a:r>
              <a:rPr kumimoji="0" lang="en-GB" altLang="en-US" sz="4400" b="0" i="1" u="none" strike="noStrike" kern="1200" cap="none" spc="0" normalizeH="0" baseline="0" noProof="0">
                <a:ln>
                  <a:noFill/>
                </a:ln>
                <a:solidFill>
                  <a:schemeClr val="accent1"/>
                </a:solidFill>
                <a:effectLst/>
                <a:highlight>
                  <a:scrgbClr r="0" g="0" b="0">
                    <a:alpha val="0"/>
                  </a:scrgbClr>
                </a:highlight>
                <a:uLnTx/>
                <a:uFillTx/>
                <a:latin typeface="Times New Roman" panose="02020603050405020304" pitchFamily="18" charset="0"/>
                <a:ea typeface="Sorts Mill Goudy" charset="0"/>
                <a:cs typeface="DejaVu Sans" panose="020B0603030804020204" pitchFamily="34" charset="0"/>
              </a:rPr>
              <a:t>Call to Worship</a:t>
            </a:r>
            <a:endParaRPr lang="en-GB">
              <a:solidFill>
                <a:schemeClr val="accent1"/>
              </a:solidFill>
            </a:endParaRPr>
          </a:p>
        </p:txBody>
      </p:sp>
      <p:sp>
        <p:nvSpPr>
          <p:cNvPr id="3" name="Text Placeholder 2">
            <a:extLst>
              <a:ext uri="{FF2B5EF4-FFF2-40B4-BE49-F238E27FC236}">
                <a16:creationId xmlns:a16="http://schemas.microsoft.com/office/drawing/2014/main" id="{E9E83A26-8992-1AFB-90C1-7528A98F9C10}"/>
              </a:ext>
            </a:extLst>
          </p:cNvPr>
          <p:cNvSpPr txBox="1">
            <a:spLocks noMove="1" noResize="1"/>
          </p:cNvSpPr>
          <p:nvPr/>
        </p:nvSpPr>
        <p:spPr>
          <a:xfrm>
            <a:off x="0" y="1295400"/>
            <a:ext cx="9072563" cy="5113338"/>
          </a:xfrm>
          <a:prstGeom prst="rect">
            <a:avLst/>
          </a:prstGeom>
          <a:noFill/>
          <a:ln>
            <a:noFill/>
          </a:ln>
        </p:spPr>
        <p:txBody>
          <a:bodyPr lIns="0" tIns="0" rIns="0" bIns="0">
            <a:normAutofit/>
          </a:bodyPr>
          <a:lstStyle>
            <a:lvl1pPr marL="0" marR="0" indent="0" algn="l" hangingPunct="0">
              <a:lnSpc>
                <a:spcPct val="100000"/>
              </a:lnSpc>
              <a:spcBef>
                <a:spcPts val="1417"/>
              </a:spcBef>
              <a:spcAft>
                <a:spcPts val="0"/>
              </a:spcAft>
              <a:tabLst/>
              <a:defRPr lang="en-US" sz="1400" b="0" i="0" u="none" strike="noStrike" kern="1200" cap="none" spc="0" baseline="0">
                <a:ln>
                  <a:noFill/>
                </a:ln>
                <a:solidFill>
                  <a:srgbClr val="000000"/>
                </a:solidFill>
                <a:highlight>
                  <a:scrgbClr r="0" g="0" b="0">
                    <a:alpha val="0"/>
                  </a:scrgbClr>
                </a:highlight>
                <a:latin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marR="360000">
              <a:lnSpc>
                <a:spcPct val="115000"/>
              </a:lnSpc>
              <a:spcBef>
                <a:spcPts val="0"/>
              </a:spcBef>
              <a:buFont typeface="StarSymbol"/>
              <a:buNone/>
              <a:defRPr/>
            </a:pPr>
            <a:r>
              <a:rPr lang="en-GB" sz="3600" b="1">
                <a:solidFill>
                  <a:sysClr val="windowText" lastClr="000000"/>
                </a:solidFill>
                <a:latin typeface="Arial Black" panose="020B0A04020102020204" pitchFamily="34" charset="0"/>
              </a:rPr>
              <a:t>Praise the Lord!</a:t>
            </a:r>
          </a:p>
          <a:p>
            <a:pPr marL="360000" marR="360000">
              <a:lnSpc>
                <a:spcPct val="115000"/>
              </a:lnSpc>
              <a:spcBef>
                <a:spcPts val="0"/>
              </a:spcBef>
              <a:buFont typeface="StarSymbol"/>
              <a:buNone/>
              <a:defRPr/>
            </a:pPr>
            <a:r>
              <a:rPr lang="en-GB" sz="3600" b="1">
                <a:solidFill>
                  <a:sysClr val="windowText" lastClr="000000"/>
                </a:solidFill>
                <a:latin typeface="Arial Black" panose="020B0A04020102020204" pitchFamily="34" charset="0"/>
              </a:rPr>
              <a:t>Praise, O servants of the Lord,</a:t>
            </a:r>
          </a:p>
          <a:p>
            <a:pPr marL="360000" marR="360000">
              <a:lnSpc>
                <a:spcPct val="115000"/>
              </a:lnSpc>
              <a:spcBef>
                <a:spcPts val="0"/>
              </a:spcBef>
              <a:buFont typeface="StarSymbol"/>
              <a:buNone/>
              <a:defRPr/>
            </a:pPr>
            <a:r>
              <a:rPr lang="en-GB" sz="3600" b="1">
                <a:solidFill>
                  <a:sysClr val="windowText" lastClr="000000"/>
                </a:solidFill>
                <a:latin typeface="Arial Black" panose="020B0A04020102020204" pitchFamily="34" charset="0"/>
              </a:rPr>
              <a:t>Praise the name of the Lord.</a:t>
            </a:r>
          </a:p>
          <a:p>
            <a:pPr marL="360000" marR="360000">
              <a:lnSpc>
                <a:spcPct val="115000"/>
              </a:lnSpc>
              <a:spcBef>
                <a:spcPts val="0"/>
              </a:spcBef>
              <a:buFont typeface="StarSymbol"/>
              <a:buNone/>
              <a:defRPr/>
            </a:pPr>
            <a:endParaRPr lang="en-GB" sz="3600" b="1">
              <a:solidFill>
                <a:sysClr val="windowText" lastClr="000000"/>
              </a:solidFill>
              <a:latin typeface="Arial Black" panose="020B0A04020102020204" pitchFamily="34" charset="0"/>
            </a:endParaRPr>
          </a:p>
          <a:p>
            <a:pPr marL="360000" marR="360000">
              <a:lnSpc>
                <a:spcPct val="115000"/>
              </a:lnSpc>
              <a:spcBef>
                <a:spcPts val="0"/>
              </a:spcBef>
              <a:buFont typeface="StarSymbol"/>
              <a:buNone/>
              <a:defRPr/>
            </a:pPr>
            <a:r>
              <a:rPr lang="en-GB" sz="3600" b="1" i="1">
                <a:solidFill>
                  <a:sysClr val="windowText" lastClr="000000"/>
                </a:solidFill>
                <a:latin typeface="Arial Black" panose="020B0A04020102020204" pitchFamily="34" charset="0"/>
              </a:rPr>
              <a:t>Psalm 113:1</a:t>
            </a:r>
          </a:p>
        </p:txBody>
      </p:sp>
    </p:spTree>
    <p:extLst>
      <p:ext uri="{BB962C8B-B14F-4D97-AF65-F5344CB8AC3E}">
        <p14:creationId xmlns:p14="http://schemas.microsoft.com/office/powerpoint/2010/main" val="2516346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7BC09-9045-6ED8-F647-5B1571730871}"/>
              </a:ext>
            </a:extLst>
          </p:cNvPr>
          <p:cNvSpPr txBox="1">
            <a:spLocks noGrp="1"/>
          </p:cNvSpPr>
          <p:nvPr>
            <p:ph type="title" idx="4294967295"/>
          </p:nvPr>
        </p:nvSpPr>
        <p:spPr>
          <a:xfrm>
            <a:off x="503998" y="292900"/>
            <a:ext cx="9072000" cy="677104"/>
          </a:xfrm>
        </p:spPr>
        <p:txBody>
          <a:bodyPr anchorCtr="1">
            <a:spAutoFit/>
          </a:bodyPr>
          <a:lstStyle/>
          <a:p>
            <a:pPr lvl="0" algn="ctr"/>
            <a:r>
              <a:rPr lang="en-GB" sz="4400" i="1">
                <a:solidFill>
                  <a:schemeClr val="accent1"/>
                </a:solidFill>
                <a:latin typeface="Times New Roman" pitchFamily="18"/>
                <a:cs typeface="Times New Roman" pitchFamily="18"/>
              </a:rPr>
              <a:t>The God of Abraham</a:t>
            </a:r>
          </a:p>
        </p:txBody>
      </p:sp>
      <p:sp>
        <p:nvSpPr>
          <p:cNvPr id="5" name="Text Placeholder 2">
            <a:extLst>
              <a:ext uri="{FF2B5EF4-FFF2-40B4-BE49-F238E27FC236}">
                <a16:creationId xmlns:a16="http://schemas.microsoft.com/office/drawing/2014/main" id="{D64B308A-ADF5-8159-0693-8AF4542D7BB5}"/>
              </a:ext>
            </a:extLst>
          </p:cNvPr>
          <p:cNvSpPr txBox="1">
            <a:spLocks noMove="1" noResize="1"/>
          </p:cNvSpPr>
          <p:nvPr/>
        </p:nvSpPr>
        <p:spPr>
          <a:xfrm>
            <a:off x="503998" y="1295997"/>
            <a:ext cx="9071643" cy="5111998"/>
          </a:xfrm>
          <a:prstGeom prst="rect">
            <a:avLst/>
          </a:prstGeom>
          <a:noFill/>
          <a:ln>
            <a:noFill/>
          </a:ln>
        </p:spPr>
        <p:txBody>
          <a:bodyPr vert="horz" wrap="square" lIns="0" tIns="0" rIns="0" bIns="0" anchor="t" anchorCtr="0" compatLnSpc="1">
            <a:normAutofit/>
          </a:bodyPr>
          <a:lstStyle>
            <a:lvl1pPr marL="359999" marR="359999" lvl="0"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1pPr>
            <a:lvl2pPr marL="359999" marR="359999" lvl="1"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2pPr>
            <a:lvl3pPr marL="359999" marR="359999" lvl="2"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3pPr>
            <a:lvl4pPr marL="359999" marR="359999" lvl="3"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4pPr>
            <a:lvl5pPr marL="359999" marR="359999" lvl="4"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5pPr>
            <a:lvl6pPr marL="359999" marR="359999" lvl="5"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6pPr>
            <a:lvl7pPr marL="359999" marR="359999" lvl="6"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9999" marR="0" lvl="0" indent="0" defTabSz="914400" rtl="0" eaLnBrk="1" fontAlgn="auto" latinLnBrk="0" hangingPunct="0">
              <a:lnSpc>
                <a:spcPct val="90000"/>
              </a:lnSpc>
              <a:spcBef>
                <a:spcPts val="600"/>
              </a:spcBef>
              <a:spcAft>
                <a:spcPts val="0"/>
              </a:spcAft>
              <a:buClrTx/>
              <a:buSzPct val="45000"/>
              <a:buFont typeface="StarSymbol"/>
              <a:buNone/>
              <a:tabLst/>
              <a:defRPr/>
            </a:pPr>
            <a:r>
              <a:rPr kumimoji="0" lang="en-US" sz="3200" b="0" i="0" u="none" strike="noStrike" kern="1200" cap="none" spc="0" normalizeH="0" baseline="0" noProof="0">
                <a:ln>
                  <a:noFill/>
                </a:ln>
                <a:solidFill>
                  <a:srgbClr val="000000"/>
                </a:solidFill>
                <a:effectLst/>
                <a:highlight>
                  <a:scrgbClr r="0" g="0" b="0">
                    <a:alpha val="0"/>
                  </a:scrgbClr>
                </a:highlight>
                <a:uLnTx/>
                <a:uFillTx/>
                <a:latin typeface="Arial Black" pitchFamily="2"/>
              </a:rPr>
              <a:t>The God of Abraham praise</a:t>
            </a:r>
          </a:p>
          <a:p>
            <a:pPr marL="359999" marR="0" lvl="0" indent="0" defTabSz="914400" rtl="0" eaLnBrk="1" fontAlgn="auto" latinLnBrk="0" hangingPunct="0">
              <a:lnSpc>
                <a:spcPct val="90000"/>
              </a:lnSpc>
              <a:spcBef>
                <a:spcPts val="600"/>
              </a:spcBef>
              <a:spcAft>
                <a:spcPts val="0"/>
              </a:spcAft>
              <a:buClrTx/>
              <a:buSzPct val="45000"/>
              <a:buFont typeface="StarSymbol"/>
              <a:buNone/>
              <a:tabLst/>
              <a:defRPr/>
            </a:pPr>
            <a:r>
              <a:rPr kumimoji="0" lang="en-US" sz="3200" b="0" i="0" u="none" strike="noStrike" kern="1200" cap="none" spc="0" normalizeH="0" baseline="0" noProof="0">
                <a:ln>
                  <a:noFill/>
                </a:ln>
                <a:solidFill>
                  <a:srgbClr val="000000"/>
                </a:solidFill>
                <a:effectLst/>
                <a:highlight>
                  <a:scrgbClr r="0" g="0" b="0">
                    <a:alpha val="0"/>
                  </a:scrgbClr>
                </a:highlight>
                <a:uLnTx/>
                <a:uFillTx/>
                <a:latin typeface="Arial Black" pitchFamily="2"/>
              </a:rPr>
              <a:t>who reigns enthroned above;</a:t>
            </a:r>
          </a:p>
          <a:p>
            <a:pPr marL="359999" marR="0" lvl="0" indent="0" defTabSz="914400" rtl="0" eaLnBrk="1" fontAlgn="auto" latinLnBrk="0" hangingPunct="0">
              <a:lnSpc>
                <a:spcPct val="90000"/>
              </a:lnSpc>
              <a:spcBef>
                <a:spcPts val="600"/>
              </a:spcBef>
              <a:spcAft>
                <a:spcPts val="0"/>
              </a:spcAft>
              <a:buClrTx/>
              <a:buSzPct val="45000"/>
              <a:buFont typeface="StarSymbol"/>
              <a:buNone/>
              <a:tabLst/>
              <a:defRPr/>
            </a:pPr>
            <a:r>
              <a:rPr kumimoji="0" lang="en-US" sz="3200" b="0" i="0" u="none" strike="noStrike" kern="1200" cap="none" spc="0" normalizeH="0" baseline="0" noProof="0">
                <a:ln>
                  <a:noFill/>
                </a:ln>
                <a:solidFill>
                  <a:srgbClr val="000000"/>
                </a:solidFill>
                <a:effectLst/>
                <a:highlight>
                  <a:scrgbClr r="0" g="0" b="0">
                    <a:alpha val="0"/>
                  </a:scrgbClr>
                </a:highlight>
                <a:uLnTx/>
                <a:uFillTx/>
                <a:latin typeface="Arial Black" pitchFamily="2"/>
              </a:rPr>
              <a:t>Ancient of everlasting days,</a:t>
            </a:r>
          </a:p>
          <a:p>
            <a:pPr marL="359999" marR="0" lvl="0" indent="0" defTabSz="914400" rtl="0" eaLnBrk="1" fontAlgn="auto" latinLnBrk="0" hangingPunct="0">
              <a:lnSpc>
                <a:spcPct val="90000"/>
              </a:lnSpc>
              <a:spcBef>
                <a:spcPts val="600"/>
              </a:spcBef>
              <a:spcAft>
                <a:spcPts val="0"/>
              </a:spcAft>
              <a:buClrTx/>
              <a:buSzPct val="45000"/>
              <a:buFont typeface="StarSymbol"/>
              <a:buNone/>
              <a:tabLst/>
              <a:defRPr/>
            </a:pPr>
            <a:r>
              <a:rPr kumimoji="0" lang="en-US" sz="3200" b="0" i="0" u="none" strike="noStrike" kern="1200" cap="none" spc="0" normalizeH="0" baseline="0" noProof="0">
                <a:ln>
                  <a:noFill/>
                </a:ln>
                <a:solidFill>
                  <a:srgbClr val="000000"/>
                </a:solidFill>
                <a:effectLst/>
                <a:highlight>
                  <a:scrgbClr r="0" g="0" b="0">
                    <a:alpha val="0"/>
                  </a:scrgbClr>
                </a:highlight>
                <a:uLnTx/>
                <a:uFillTx/>
                <a:latin typeface="Arial Black" pitchFamily="2"/>
              </a:rPr>
              <a:t>and God of love!</a:t>
            </a:r>
          </a:p>
          <a:p>
            <a:pPr marL="359999" marR="0" lvl="0" indent="0" defTabSz="914400" rtl="0" eaLnBrk="1" fontAlgn="auto" latinLnBrk="0" hangingPunct="0">
              <a:lnSpc>
                <a:spcPct val="90000"/>
              </a:lnSpc>
              <a:spcBef>
                <a:spcPts val="600"/>
              </a:spcBef>
              <a:spcAft>
                <a:spcPts val="0"/>
              </a:spcAft>
              <a:buClrTx/>
              <a:buSzPct val="45000"/>
              <a:buFont typeface="StarSymbol"/>
              <a:buNone/>
              <a:tabLst/>
              <a:defRPr/>
            </a:pPr>
            <a:r>
              <a:rPr kumimoji="0" lang="en-US" sz="3200" b="0" i="0" u="none" strike="noStrike" kern="1200" cap="none" spc="0" normalizeH="0" baseline="0" noProof="0">
                <a:ln>
                  <a:noFill/>
                </a:ln>
                <a:solidFill>
                  <a:srgbClr val="000000"/>
                </a:solidFill>
                <a:effectLst/>
                <a:highlight>
                  <a:scrgbClr r="0" g="0" b="0">
                    <a:alpha val="0"/>
                  </a:scrgbClr>
                </a:highlight>
                <a:uLnTx/>
                <a:uFillTx/>
                <a:latin typeface="Arial Black" pitchFamily="2"/>
              </a:rPr>
              <a:t>Jehovah, great I AM,</a:t>
            </a:r>
          </a:p>
          <a:p>
            <a:pPr marL="359999" marR="0" lvl="0" indent="0" defTabSz="914400" rtl="0" eaLnBrk="1" fontAlgn="auto" latinLnBrk="0" hangingPunct="0">
              <a:lnSpc>
                <a:spcPct val="90000"/>
              </a:lnSpc>
              <a:spcBef>
                <a:spcPts val="600"/>
              </a:spcBef>
              <a:spcAft>
                <a:spcPts val="0"/>
              </a:spcAft>
              <a:buClrTx/>
              <a:buSzPct val="45000"/>
              <a:buFont typeface="StarSymbol"/>
              <a:buNone/>
              <a:tabLst/>
              <a:defRPr/>
            </a:pPr>
            <a:r>
              <a:rPr kumimoji="0" lang="en-US" sz="3200" b="0" i="0" u="none" strike="noStrike" kern="1200" cap="none" spc="0" normalizeH="0" baseline="0" noProof="0">
                <a:ln>
                  <a:noFill/>
                </a:ln>
                <a:solidFill>
                  <a:srgbClr val="000000"/>
                </a:solidFill>
                <a:effectLst/>
                <a:highlight>
                  <a:scrgbClr r="0" g="0" b="0">
                    <a:alpha val="0"/>
                  </a:scrgbClr>
                </a:highlight>
                <a:uLnTx/>
                <a:uFillTx/>
                <a:latin typeface="Arial Black" pitchFamily="2"/>
              </a:rPr>
              <a:t>by earth and heaven confessed,</a:t>
            </a:r>
          </a:p>
          <a:p>
            <a:pPr marL="359999" marR="0" lvl="0" indent="0" defTabSz="914400" rtl="0" eaLnBrk="1" fontAlgn="auto" latinLnBrk="0" hangingPunct="0">
              <a:lnSpc>
                <a:spcPct val="90000"/>
              </a:lnSpc>
              <a:spcBef>
                <a:spcPts val="600"/>
              </a:spcBef>
              <a:spcAft>
                <a:spcPts val="0"/>
              </a:spcAft>
              <a:buClrTx/>
              <a:buSzPct val="45000"/>
              <a:buFont typeface="StarSymbol"/>
              <a:buNone/>
              <a:tabLst/>
              <a:defRPr/>
            </a:pPr>
            <a:r>
              <a:rPr kumimoji="0" lang="en-US" sz="3200" b="0" i="0" u="none" strike="noStrike" kern="1200" cap="none" spc="0" normalizeH="0" baseline="0" noProof="0">
                <a:ln>
                  <a:noFill/>
                </a:ln>
                <a:solidFill>
                  <a:srgbClr val="000000"/>
                </a:solidFill>
                <a:effectLst/>
                <a:highlight>
                  <a:scrgbClr r="0" g="0" b="0">
                    <a:alpha val="0"/>
                  </a:scrgbClr>
                </a:highlight>
                <a:uLnTx/>
                <a:uFillTx/>
                <a:latin typeface="Arial Black" pitchFamily="2"/>
              </a:rPr>
              <a:t>we bow and bless the sacred,</a:t>
            </a:r>
          </a:p>
          <a:p>
            <a:pPr marL="359999" marR="0" lvl="0" indent="0" defTabSz="914400" rtl="0" eaLnBrk="1" fontAlgn="auto" latinLnBrk="0" hangingPunct="0">
              <a:lnSpc>
                <a:spcPct val="90000"/>
              </a:lnSpc>
              <a:spcBef>
                <a:spcPts val="600"/>
              </a:spcBef>
              <a:spcAft>
                <a:spcPts val="0"/>
              </a:spcAft>
              <a:buClrTx/>
              <a:buSzPct val="45000"/>
              <a:buFont typeface="StarSymbol"/>
              <a:buNone/>
              <a:tabLst/>
              <a:defRPr/>
            </a:pPr>
            <a:r>
              <a:rPr kumimoji="0" lang="en-US" sz="3200" b="0" i="0" u="none" strike="noStrike" kern="1200" cap="none" spc="0" normalizeH="0" baseline="0" noProof="0">
                <a:ln>
                  <a:noFill/>
                </a:ln>
                <a:solidFill>
                  <a:srgbClr val="000000"/>
                </a:solidFill>
                <a:effectLst/>
                <a:highlight>
                  <a:scrgbClr r="0" g="0" b="0">
                    <a:alpha val="0"/>
                  </a:scrgbClr>
                </a:highlight>
                <a:uLnTx/>
                <a:uFillTx/>
                <a:latin typeface="Arial Black" pitchFamily="2"/>
              </a:rPr>
              <a:t>for ever blessed.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00C5-2A2C-9A26-3B21-FE835E7F7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D28DE-C714-DCB6-84BC-37F0E109D220}"/>
              </a:ext>
            </a:extLst>
          </p:cNvPr>
          <p:cNvSpPr txBox="1">
            <a:spLocks noGrp="1"/>
          </p:cNvSpPr>
          <p:nvPr>
            <p:ph type="title" idx="4294967295"/>
          </p:nvPr>
        </p:nvSpPr>
        <p:spPr>
          <a:xfrm>
            <a:off x="503998" y="292900"/>
            <a:ext cx="9072000" cy="677104"/>
          </a:xfrm>
        </p:spPr>
        <p:txBody>
          <a:bodyPr anchorCtr="1">
            <a:spAutoFit/>
          </a:bodyPr>
          <a:lstStyle/>
          <a:p>
            <a:pPr lvl="0" algn="ctr"/>
            <a:r>
              <a:rPr lang="en-GB" sz="4400" i="1">
                <a:solidFill>
                  <a:schemeClr val="accent1"/>
                </a:solidFill>
                <a:latin typeface="Times New Roman" pitchFamily="18"/>
                <a:cs typeface="Times New Roman" pitchFamily="18"/>
              </a:rPr>
              <a:t>The God of Abraham</a:t>
            </a:r>
          </a:p>
        </p:txBody>
      </p:sp>
      <p:sp>
        <p:nvSpPr>
          <p:cNvPr id="5" name="Text Placeholder 2">
            <a:extLst>
              <a:ext uri="{FF2B5EF4-FFF2-40B4-BE49-F238E27FC236}">
                <a16:creationId xmlns:a16="http://schemas.microsoft.com/office/drawing/2014/main" id="{2B6AEC73-350E-85AA-F9A0-4C34A085DDB6}"/>
              </a:ext>
            </a:extLst>
          </p:cNvPr>
          <p:cNvSpPr txBox="1">
            <a:spLocks noMove="1" noResize="1"/>
          </p:cNvSpPr>
          <p:nvPr/>
        </p:nvSpPr>
        <p:spPr>
          <a:xfrm>
            <a:off x="503998" y="1295997"/>
            <a:ext cx="9071643" cy="5111998"/>
          </a:xfrm>
          <a:prstGeom prst="rect">
            <a:avLst/>
          </a:prstGeom>
          <a:noFill/>
          <a:ln>
            <a:noFill/>
          </a:ln>
        </p:spPr>
        <p:txBody>
          <a:bodyPr vert="horz" wrap="square" lIns="0" tIns="0" rIns="0" bIns="0" anchor="t" anchorCtr="0" compatLnSpc="1">
            <a:normAutofit/>
          </a:bodyPr>
          <a:lstStyle>
            <a:lvl1pPr marL="359999" marR="359999" lvl="0"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1pPr>
            <a:lvl2pPr marL="359999" marR="359999" lvl="1"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2pPr>
            <a:lvl3pPr marL="359999" marR="359999" lvl="2"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3pPr>
            <a:lvl4pPr marL="359999" marR="359999" lvl="3"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4pPr>
            <a:lvl5pPr marL="359999" marR="359999" lvl="4"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5pPr>
            <a:lvl6pPr marL="359999" marR="359999" lvl="5"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6pPr>
            <a:lvl7pPr marL="359999" marR="359999" lvl="6"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indent="0">
              <a:lnSpc>
                <a:spcPct val="90000"/>
              </a:lnSpc>
              <a:spcBef>
                <a:spcPts val="600"/>
              </a:spcBef>
              <a:buNone/>
            </a:pPr>
            <a:r>
              <a:rPr lang="en-US" sz="3200"/>
              <a:t>The God of Abraham praise,</a:t>
            </a:r>
          </a:p>
          <a:p>
            <a:pPr marR="0" lvl="0" indent="0">
              <a:lnSpc>
                <a:spcPct val="90000"/>
              </a:lnSpc>
              <a:spcBef>
                <a:spcPts val="600"/>
              </a:spcBef>
              <a:buNone/>
            </a:pPr>
            <a:r>
              <a:rPr lang="en-US" sz="3200"/>
              <a:t>at whose supreme command</a:t>
            </a:r>
          </a:p>
          <a:p>
            <a:pPr marR="0" lvl="0" indent="0">
              <a:lnSpc>
                <a:spcPct val="90000"/>
              </a:lnSpc>
              <a:spcBef>
                <a:spcPts val="600"/>
              </a:spcBef>
              <a:buNone/>
            </a:pPr>
            <a:r>
              <a:rPr lang="en-US" sz="3200"/>
              <a:t>from earth we rise, and seek the joys;</a:t>
            </a:r>
          </a:p>
          <a:p>
            <a:pPr marR="0" lvl="0" indent="0">
              <a:lnSpc>
                <a:spcPct val="90000"/>
              </a:lnSpc>
              <a:spcBef>
                <a:spcPts val="600"/>
              </a:spcBef>
              <a:buNone/>
            </a:pPr>
            <a:r>
              <a:rPr lang="en-US" sz="3200"/>
              <a:t>at His right hand:</a:t>
            </a:r>
          </a:p>
          <a:p>
            <a:pPr marR="0" lvl="0" indent="0">
              <a:lnSpc>
                <a:spcPct val="90000"/>
              </a:lnSpc>
              <a:spcBef>
                <a:spcPts val="600"/>
              </a:spcBef>
              <a:buNone/>
            </a:pPr>
            <a:r>
              <a:rPr lang="en-US" sz="3200"/>
              <a:t>We all on earth forsake,</a:t>
            </a:r>
          </a:p>
          <a:p>
            <a:pPr marR="0" lvl="0" indent="0">
              <a:lnSpc>
                <a:spcPct val="90000"/>
              </a:lnSpc>
              <a:spcBef>
                <a:spcPts val="600"/>
              </a:spcBef>
              <a:buNone/>
            </a:pPr>
            <a:r>
              <a:rPr lang="en-US" sz="3200"/>
              <a:t>It’s wisdom, fame, and power;</a:t>
            </a:r>
          </a:p>
          <a:p>
            <a:pPr marR="0" lvl="0" indent="0">
              <a:lnSpc>
                <a:spcPct val="90000"/>
              </a:lnSpc>
              <a:spcBef>
                <a:spcPts val="600"/>
              </a:spcBef>
              <a:buNone/>
            </a:pPr>
            <a:r>
              <a:rPr lang="en-US" sz="3200"/>
              <a:t>and Him our only portion make,</a:t>
            </a:r>
          </a:p>
          <a:p>
            <a:pPr marR="0" lvl="0" indent="0">
              <a:lnSpc>
                <a:spcPct val="90000"/>
              </a:lnSpc>
              <a:spcBef>
                <a:spcPts val="600"/>
              </a:spcBef>
              <a:buNone/>
            </a:pPr>
            <a:r>
              <a:rPr lang="en-US" sz="3200"/>
              <a:t>Our shield and tower.</a:t>
            </a:r>
            <a:endParaRPr lang="en-GB" sz="3200"/>
          </a:p>
        </p:txBody>
      </p:sp>
    </p:spTree>
    <p:extLst>
      <p:ext uri="{BB962C8B-B14F-4D97-AF65-F5344CB8AC3E}">
        <p14:creationId xmlns:p14="http://schemas.microsoft.com/office/powerpoint/2010/main" val="1613271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79005-88E0-8BC4-B9D5-D3781FA72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F9948-6A18-2D70-B6A1-67CD162995A6}"/>
              </a:ext>
            </a:extLst>
          </p:cNvPr>
          <p:cNvSpPr txBox="1">
            <a:spLocks noGrp="1"/>
          </p:cNvSpPr>
          <p:nvPr>
            <p:ph type="title" idx="4294967295"/>
          </p:nvPr>
        </p:nvSpPr>
        <p:spPr>
          <a:xfrm>
            <a:off x="503998" y="292900"/>
            <a:ext cx="9072000" cy="677104"/>
          </a:xfrm>
        </p:spPr>
        <p:txBody>
          <a:bodyPr anchorCtr="1">
            <a:spAutoFit/>
          </a:bodyPr>
          <a:lstStyle/>
          <a:p>
            <a:pPr lvl="0" algn="ctr"/>
            <a:r>
              <a:rPr lang="en-GB" sz="4400" i="1">
                <a:solidFill>
                  <a:schemeClr val="accent1"/>
                </a:solidFill>
                <a:latin typeface="Times New Roman" pitchFamily="18"/>
                <a:cs typeface="Times New Roman" pitchFamily="18"/>
              </a:rPr>
              <a:t>The God of Abraham</a:t>
            </a:r>
          </a:p>
        </p:txBody>
      </p:sp>
      <p:sp>
        <p:nvSpPr>
          <p:cNvPr id="5" name="Text Placeholder 2">
            <a:extLst>
              <a:ext uri="{FF2B5EF4-FFF2-40B4-BE49-F238E27FC236}">
                <a16:creationId xmlns:a16="http://schemas.microsoft.com/office/drawing/2014/main" id="{3E2AB507-07CF-8006-37F8-7191E9A55514}"/>
              </a:ext>
            </a:extLst>
          </p:cNvPr>
          <p:cNvSpPr txBox="1">
            <a:spLocks noMove="1" noResize="1"/>
          </p:cNvSpPr>
          <p:nvPr/>
        </p:nvSpPr>
        <p:spPr>
          <a:xfrm>
            <a:off x="503998" y="1295997"/>
            <a:ext cx="9071643" cy="5111998"/>
          </a:xfrm>
          <a:prstGeom prst="rect">
            <a:avLst/>
          </a:prstGeom>
          <a:noFill/>
          <a:ln>
            <a:noFill/>
          </a:ln>
        </p:spPr>
        <p:txBody>
          <a:bodyPr vert="horz" wrap="square" lIns="0" tIns="0" rIns="0" bIns="0" anchor="t" anchorCtr="0" compatLnSpc="1">
            <a:normAutofit/>
          </a:bodyPr>
          <a:lstStyle>
            <a:lvl1pPr marL="359999" marR="359999" lvl="0"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1pPr>
            <a:lvl2pPr marL="359999" marR="359999" lvl="1"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2pPr>
            <a:lvl3pPr marL="359999" marR="359999" lvl="2"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3pPr>
            <a:lvl4pPr marL="359999" marR="359999" lvl="3"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4pPr>
            <a:lvl5pPr marL="359999" marR="359999" lvl="4"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5pPr>
            <a:lvl6pPr marL="359999" marR="359999" lvl="5"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6pPr>
            <a:lvl7pPr marL="359999" marR="359999" lvl="6"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indent="0">
              <a:lnSpc>
                <a:spcPct val="90000"/>
              </a:lnSpc>
              <a:spcBef>
                <a:spcPts val="600"/>
              </a:spcBef>
              <a:buNone/>
            </a:pPr>
            <a:r>
              <a:rPr lang="en-US" sz="3200"/>
              <a:t>He by Himself hath sworn,</a:t>
            </a:r>
          </a:p>
          <a:p>
            <a:pPr marR="0" lvl="0" indent="0">
              <a:lnSpc>
                <a:spcPct val="90000"/>
              </a:lnSpc>
              <a:spcBef>
                <a:spcPts val="600"/>
              </a:spcBef>
              <a:buNone/>
            </a:pPr>
            <a:r>
              <a:rPr lang="en-US" sz="3200"/>
              <a:t>We on His oath depend;</a:t>
            </a:r>
          </a:p>
          <a:p>
            <a:pPr marR="0" lvl="0" indent="0">
              <a:lnSpc>
                <a:spcPct val="90000"/>
              </a:lnSpc>
              <a:spcBef>
                <a:spcPts val="600"/>
              </a:spcBef>
              <a:buNone/>
            </a:pPr>
            <a:r>
              <a:rPr lang="en-US" sz="3200"/>
              <a:t>We shall, on eagles’ wings upborne,</a:t>
            </a:r>
          </a:p>
          <a:p>
            <a:pPr marR="0" lvl="0" indent="0">
              <a:lnSpc>
                <a:spcPct val="90000"/>
              </a:lnSpc>
              <a:spcBef>
                <a:spcPts val="600"/>
              </a:spcBef>
              <a:buNone/>
            </a:pPr>
            <a:r>
              <a:rPr lang="en-US" sz="3200"/>
              <a:t>to Heaven ascend:</a:t>
            </a:r>
          </a:p>
          <a:p>
            <a:pPr marR="0" lvl="0" indent="0">
              <a:lnSpc>
                <a:spcPct val="90000"/>
              </a:lnSpc>
              <a:spcBef>
                <a:spcPts val="600"/>
              </a:spcBef>
              <a:buNone/>
            </a:pPr>
            <a:r>
              <a:rPr lang="en-US" sz="3200"/>
              <a:t>We shall behold His face,</a:t>
            </a:r>
          </a:p>
          <a:p>
            <a:pPr marR="0" lvl="0" indent="0">
              <a:lnSpc>
                <a:spcPct val="90000"/>
              </a:lnSpc>
              <a:spcBef>
                <a:spcPts val="600"/>
              </a:spcBef>
              <a:buNone/>
            </a:pPr>
            <a:r>
              <a:rPr lang="en-US" sz="3200"/>
              <a:t>We shall His power adore,</a:t>
            </a:r>
          </a:p>
          <a:p>
            <a:pPr marR="0" lvl="0" indent="0">
              <a:lnSpc>
                <a:spcPct val="90000"/>
              </a:lnSpc>
              <a:spcBef>
                <a:spcPts val="600"/>
              </a:spcBef>
              <a:buNone/>
            </a:pPr>
            <a:r>
              <a:rPr lang="en-US" sz="3200"/>
              <a:t>And sing the wonders of His grace</a:t>
            </a:r>
          </a:p>
          <a:p>
            <a:pPr marR="0" lvl="0" indent="0">
              <a:lnSpc>
                <a:spcPct val="90000"/>
              </a:lnSpc>
              <a:spcBef>
                <a:spcPts val="600"/>
              </a:spcBef>
              <a:buNone/>
            </a:pPr>
            <a:r>
              <a:rPr lang="en-US" sz="3200"/>
              <a:t>For evermore.</a:t>
            </a:r>
            <a:endParaRPr lang="en-GB" sz="3200"/>
          </a:p>
        </p:txBody>
      </p:sp>
    </p:spTree>
    <p:extLst>
      <p:ext uri="{BB962C8B-B14F-4D97-AF65-F5344CB8AC3E}">
        <p14:creationId xmlns:p14="http://schemas.microsoft.com/office/powerpoint/2010/main" val="155614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3A319-C574-5375-505A-4E36D3ED7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7A223-279E-EC7A-F0D7-3415E4125833}"/>
              </a:ext>
            </a:extLst>
          </p:cNvPr>
          <p:cNvSpPr txBox="1">
            <a:spLocks noGrp="1"/>
          </p:cNvSpPr>
          <p:nvPr>
            <p:ph type="title" idx="4294967295"/>
          </p:nvPr>
        </p:nvSpPr>
        <p:spPr>
          <a:xfrm>
            <a:off x="503998" y="292900"/>
            <a:ext cx="9072000" cy="677104"/>
          </a:xfrm>
        </p:spPr>
        <p:txBody>
          <a:bodyPr anchorCtr="1">
            <a:spAutoFit/>
          </a:bodyPr>
          <a:lstStyle/>
          <a:p>
            <a:pPr lvl="0" algn="ctr"/>
            <a:r>
              <a:rPr lang="en-GB" sz="4400" i="1">
                <a:solidFill>
                  <a:schemeClr val="accent1"/>
                </a:solidFill>
                <a:latin typeface="Times New Roman" pitchFamily="18"/>
                <a:cs typeface="Times New Roman" pitchFamily="18"/>
              </a:rPr>
              <a:t>The God of Abraham</a:t>
            </a:r>
          </a:p>
        </p:txBody>
      </p:sp>
      <p:sp>
        <p:nvSpPr>
          <p:cNvPr id="5" name="Text Placeholder 2">
            <a:extLst>
              <a:ext uri="{FF2B5EF4-FFF2-40B4-BE49-F238E27FC236}">
                <a16:creationId xmlns:a16="http://schemas.microsoft.com/office/drawing/2014/main" id="{7239EE13-A8C6-05F3-69FA-C8BC03584B6B}"/>
              </a:ext>
            </a:extLst>
          </p:cNvPr>
          <p:cNvSpPr txBox="1">
            <a:spLocks noMove="1" noResize="1"/>
          </p:cNvSpPr>
          <p:nvPr/>
        </p:nvSpPr>
        <p:spPr>
          <a:xfrm>
            <a:off x="503998" y="1295997"/>
            <a:ext cx="9071643" cy="5111998"/>
          </a:xfrm>
          <a:prstGeom prst="rect">
            <a:avLst/>
          </a:prstGeom>
          <a:noFill/>
          <a:ln>
            <a:noFill/>
          </a:ln>
        </p:spPr>
        <p:txBody>
          <a:bodyPr vert="horz" wrap="square" lIns="0" tIns="0" rIns="0" bIns="0" anchor="t" anchorCtr="0" compatLnSpc="1">
            <a:normAutofit/>
          </a:bodyPr>
          <a:lstStyle>
            <a:lvl1pPr marL="359999" marR="359999" lvl="0"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1pPr>
            <a:lvl2pPr marL="359999" marR="359999" lvl="1"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2pPr>
            <a:lvl3pPr marL="359999" marR="359999" lvl="2"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3pPr>
            <a:lvl4pPr marL="359999" marR="359999" lvl="3"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4pPr>
            <a:lvl5pPr marL="359999" marR="359999" lvl="4"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5pPr>
            <a:lvl6pPr marL="359999" marR="359999" lvl="5"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6pPr>
            <a:lvl7pPr marL="359999" marR="359999" lvl="6"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indent="0">
              <a:lnSpc>
                <a:spcPct val="90000"/>
              </a:lnSpc>
              <a:spcBef>
                <a:spcPts val="600"/>
              </a:spcBef>
              <a:buNone/>
            </a:pPr>
            <a:r>
              <a:rPr lang="en-US" sz="3200"/>
              <a:t>The God who reigns on high,</a:t>
            </a:r>
          </a:p>
          <a:p>
            <a:pPr marR="0" lvl="0" indent="0">
              <a:lnSpc>
                <a:spcPct val="90000"/>
              </a:lnSpc>
              <a:spcBef>
                <a:spcPts val="600"/>
              </a:spcBef>
              <a:buNone/>
            </a:pPr>
            <a:r>
              <a:rPr lang="en-US" sz="3200"/>
              <a:t>whose all-sufficient grace</a:t>
            </a:r>
          </a:p>
          <a:p>
            <a:pPr marR="0" lvl="0" indent="0">
              <a:lnSpc>
                <a:spcPct val="90000"/>
              </a:lnSpc>
              <a:spcBef>
                <a:spcPts val="600"/>
              </a:spcBef>
              <a:buNone/>
            </a:pPr>
            <a:r>
              <a:rPr lang="en-US" sz="3200"/>
              <a:t>The great archangels sing,</a:t>
            </a:r>
          </a:p>
          <a:p>
            <a:pPr marR="0" lvl="0" indent="0">
              <a:lnSpc>
                <a:spcPct val="90000"/>
              </a:lnSpc>
              <a:spcBef>
                <a:spcPts val="600"/>
              </a:spcBef>
              <a:buNone/>
            </a:pPr>
            <a:r>
              <a:rPr lang="en-US" sz="3200"/>
              <a:t>And “Holy, Holy, Holy” cry,</a:t>
            </a:r>
          </a:p>
          <a:p>
            <a:pPr marR="0" lvl="0" indent="0">
              <a:lnSpc>
                <a:spcPct val="90000"/>
              </a:lnSpc>
              <a:spcBef>
                <a:spcPts val="600"/>
              </a:spcBef>
              <a:buNone/>
            </a:pPr>
            <a:r>
              <a:rPr lang="en-US" sz="3200"/>
              <a:t>“Almighty King!”,</a:t>
            </a:r>
          </a:p>
          <a:p>
            <a:pPr marR="0" lvl="0" indent="0">
              <a:lnSpc>
                <a:spcPct val="90000"/>
              </a:lnSpc>
              <a:spcBef>
                <a:spcPts val="600"/>
              </a:spcBef>
              <a:buNone/>
            </a:pPr>
            <a:r>
              <a:rPr lang="en-US" sz="3200"/>
              <a:t>Who was and is the same;</a:t>
            </a:r>
          </a:p>
          <a:p>
            <a:pPr marR="0" lvl="0" indent="0">
              <a:lnSpc>
                <a:spcPct val="90000"/>
              </a:lnSpc>
              <a:spcBef>
                <a:spcPts val="600"/>
              </a:spcBef>
              <a:buNone/>
            </a:pPr>
            <a:r>
              <a:rPr lang="en-US" sz="3200"/>
              <a:t>Eternal Father, Great I AM,</a:t>
            </a:r>
          </a:p>
          <a:p>
            <a:pPr marR="0" lvl="0" indent="0">
              <a:lnSpc>
                <a:spcPct val="90000"/>
              </a:lnSpc>
              <a:spcBef>
                <a:spcPts val="600"/>
              </a:spcBef>
              <a:buNone/>
            </a:pPr>
            <a:r>
              <a:rPr lang="en-US" sz="3200"/>
              <a:t>We worship Thee.</a:t>
            </a:r>
            <a:endParaRPr lang="en-GB" sz="3200"/>
          </a:p>
        </p:txBody>
      </p:sp>
    </p:spTree>
    <p:extLst>
      <p:ext uri="{BB962C8B-B14F-4D97-AF65-F5344CB8AC3E}">
        <p14:creationId xmlns:p14="http://schemas.microsoft.com/office/powerpoint/2010/main" val="1117251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F10B3-720E-3FB8-1DFD-C25B07E11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7C50AA-7A21-EA7E-BD1D-65FA11B3B064}"/>
              </a:ext>
            </a:extLst>
          </p:cNvPr>
          <p:cNvSpPr txBox="1">
            <a:spLocks noGrp="1"/>
          </p:cNvSpPr>
          <p:nvPr>
            <p:ph type="title" idx="4294967295"/>
          </p:nvPr>
        </p:nvSpPr>
        <p:spPr>
          <a:xfrm>
            <a:off x="503998" y="292900"/>
            <a:ext cx="9072000" cy="677104"/>
          </a:xfrm>
        </p:spPr>
        <p:txBody>
          <a:bodyPr anchorCtr="1">
            <a:spAutoFit/>
          </a:bodyPr>
          <a:lstStyle/>
          <a:p>
            <a:pPr lvl="0" algn="ctr"/>
            <a:r>
              <a:rPr lang="en-GB" sz="4400" i="1">
                <a:solidFill>
                  <a:schemeClr val="accent1"/>
                </a:solidFill>
                <a:latin typeface="Times New Roman" pitchFamily="18"/>
                <a:cs typeface="Times New Roman" pitchFamily="18"/>
              </a:rPr>
              <a:t>The God of Abraham</a:t>
            </a:r>
          </a:p>
        </p:txBody>
      </p:sp>
      <p:sp>
        <p:nvSpPr>
          <p:cNvPr id="5" name="Text Placeholder 2">
            <a:extLst>
              <a:ext uri="{FF2B5EF4-FFF2-40B4-BE49-F238E27FC236}">
                <a16:creationId xmlns:a16="http://schemas.microsoft.com/office/drawing/2014/main" id="{B2C78B1F-DA30-743A-6DD8-D1848146713C}"/>
              </a:ext>
            </a:extLst>
          </p:cNvPr>
          <p:cNvSpPr txBox="1">
            <a:spLocks noMove="1" noResize="1"/>
          </p:cNvSpPr>
          <p:nvPr/>
        </p:nvSpPr>
        <p:spPr>
          <a:xfrm>
            <a:off x="503998" y="1295997"/>
            <a:ext cx="9071643" cy="5111998"/>
          </a:xfrm>
          <a:prstGeom prst="rect">
            <a:avLst/>
          </a:prstGeom>
          <a:noFill/>
          <a:ln>
            <a:noFill/>
          </a:ln>
        </p:spPr>
        <p:txBody>
          <a:bodyPr vert="horz" wrap="square" lIns="0" tIns="0" rIns="0" bIns="0" anchor="t" anchorCtr="0" compatLnSpc="1">
            <a:normAutofit/>
          </a:bodyPr>
          <a:lstStyle>
            <a:lvl1pPr marL="359999" marR="359999" lvl="0"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1pPr>
            <a:lvl2pPr marL="359999" marR="359999" lvl="1"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2pPr>
            <a:lvl3pPr marL="359999" marR="359999" lvl="2"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3pPr>
            <a:lvl4pPr marL="359999" marR="359999" lvl="3" indent="-359999" defTabSz="914400" rtl="0" fontAlgn="auto" hangingPunct="0">
              <a:lnSpc>
                <a:spcPct val="200000"/>
              </a:lnSpc>
              <a:spcBef>
                <a:spcPts val="0"/>
              </a:spcBef>
              <a:spcAft>
                <a:spcPts val="0"/>
              </a:spcAft>
              <a:buSzPct val="7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4pPr>
            <a:lvl5pPr marL="359999" marR="359999" lvl="4"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5pPr>
            <a:lvl6pPr marL="359999" marR="359999" lvl="5"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6pPr>
            <a:lvl7pPr marL="359999" marR="359999" lvl="6" indent="-359999" defTabSz="914400" rtl="0" fontAlgn="auto" hangingPunct="0">
              <a:lnSpc>
                <a:spcPct val="200000"/>
              </a:lnSpc>
              <a:spcBef>
                <a:spcPts val="0"/>
              </a:spcBef>
              <a:spcAft>
                <a:spcPts val="0"/>
              </a:spcAft>
              <a:buSzPct val="45000"/>
              <a:buFont typeface="StarSymbol"/>
              <a:buChar char="●"/>
              <a:tabLst/>
              <a:defRPr lang="en-GB" sz="2800" b="0" i="0" u="none" strike="noStrike" kern="1200" cap="none" spc="0" baseline="0">
                <a:solidFill>
                  <a:srgbClr val="000000"/>
                </a:solidFill>
                <a:highlight>
                  <a:scrgbClr r="0" g="0" b="0">
                    <a:alpha val="0"/>
                  </a:scrgbClr>
                </a:highlight>
                <a:uFillTx/>
                <a:latin typeface="Arial Black" pitchFamily="2"/>
                <a:ea typeface="Noto Sans CJK SC Regular"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indent="0" algn="l">
              <a:lnSpc>
                <a:spcPct val="90000"/>
              </a:lnSpc>
              <a:spcBef>
                <a:spcPts val="600"/>
              </a:spcBef>
              <a:buNone/>
            </a:pPr>
            <a:r>
              <a:rPr lang="en-US" sz="3200"/>
              <a:t>The whole triumphant host</a:t>
            </a:r>
          </a:p>
          <a:p>
            <a:pPr marR="0" lvl="0" indent="0" algn="l">
              <a:lnSpc>
                <a:spcPct val="90000"/>
              </a:lnSpc>
              <a:spcBef>
                <a:spcPts val="600"/>
              </a:spcBef>
              <a:buNone/>
            </a:pPr>
            <a:r>
              <a:rPr lang="en-US" sz="3200"/>
              <a:t>Give thanks to God on high;</a:t>
            </a:r>
          </a:p>
          <a:p>
            <a:pPr marR="0" lvl="0" indent="0" algn="l">
              <a:lnSpc>
                <a:spcPct val="90000"/>
              </a:lnSpc>
              <a:spcBef>
                <a:spcPts val="600"/>
              </a:spcBef>
              <a:buNone/>
            </a:pPr>
            <a:r>
              <a:rPr lang="en-US" sz="3200"/>
              <a:t>“Hail, Father, Son, and Holy Ghost,”</a:t>
            </a:r>
          </a:p>
          <a:p>
            <a:pPr marR="0" lvl="0" indent="0" algn="l">
              <a:lnSpc>
                <a:spcPct val="90000"/>
              </a:lnSpc>
              <a:spcBef>
                <a:spcPts val="600"/>
              </a:spcBef>
              <a:buNone/>
            </a:pPr>
            <a:r>
              <a:rPr lang="en-US" sz="3200"/>
              <a:t>they ever cry:</a:t>
            </a:r>
          </a:p>
          <a:p>
            <a:pPr marR="0" lvl="0" indent="0" algn="l">
              <a:lnSpc>
                <a:spcPct val="90000"/>
              </a:lnSpc>
              <a:spcBef>
                <a:spcPts val="600"/>
              </a:spcBef>
              <a:buNone/>
            </a:pPr>
            <a:r>
              <a:rPr lang="en-US" sz="3200"/>
              <a:t>Hail, Abraham’s God, and mine!</a:t>
            </a:r>
          </a:p>
          <a:p>
            <a:pPr marR="0" lvl="0" indent="0" algn="l">
              <a:lnSpc>
                <a:spcPct val="90000"/>
              </a:lnSpc>
              <a:spcBef>
                <a:spcPts val="600"/>
              </a:spcBef>
              <a:buNone/>
            </a:pPr>
            <a:r>
              <a:rPr lang="en-US" sz="3200"/>
              <a:t>With </a:t>
            </a:r>
            <a:r>
              <a:rPr lang="en-US" sz="3200" err="1"/>
              <a:t>heav’n</a:t>
            </a:r>
            <a:r>
              <a:rPr lang="en-US" sz="3200"/>
              <a:t> our songs we raise,</a:t>
            </a:r>
          </a:p>
          <a:p>
            <a:pPr marR="0" lvl="0" indent="0" algn="l">
              <a:lnSpc>
                <a:spcPct val="90000"/>
              </a:lnSpc>
              <a:spcBef>
                <a:spcPts val="600"/>
              </a:spcBef>
              <a:buNone/>
            </a:pPr>
            <a:r>
              <a:rPr lang="en-US" sz="3200"/>
              <a:t>All might and majesty are Thine,</a:t>
            </a:r>
          </a:p>
          <a:p>
            <a:pPr marR="0" lvl="0" indent="0" algn="l">
              <a:lnSpc>
                <a:spcPct val="90000"/>
              </a:lnSpc>
              <a:spcBef>
                <a:spcPts val="600"/>
              </a:spcBef>
              <a:buNone/>
            </a:pPr>
            <a:r>
              <a:rPr lang="en-US" sz="3200"/>
              <a:t>And endless praise!</a:t>
            </a:r>
            <a:endParaRPr lang="en-GB" sz="3200"/>
          </a:p>
        </p:txBody>
      </p:sp>
      <p:sp>
        <p:nvSpPr>
          <p:cNvPr id="3" name="TextBox 2">
            <a:extLst>
              <a:ext uri="{FF2B5EF4-FFF2-40B4-BE49-F238E27FC236}">
                <a16:creationId xmlns:a16="http://schemas.microsoft.com/office/drawing/2014/main" id="{E01EF1EA-A295-96E9-D2C2-1CD73B95C798}"/>
              </a:ext>
            </a:extLst>
          </p:cNvPr>
          <p:cNvSpPr txBox="1"/>
          <p:nvPr/>
        </p:nvSpPr>
        <p:spPr>
          <a:xfrm>
            <a:off x="7467136" y="5878439"/>
            <a:ext cx="2396861" cy="710269"/>
          </a:xfrm>
          <a:prstGeom prst="rect">
            <a:avLst/>
          </a:prstGeom>
          <a:noFill/>
          <a:ln cap="flat">
            <a:noFill/>
          </a:ln>
        </p:spPr>
        <p:txBody>
          <a:bodyPr vert="horz" wrap="none" lIns="90004" tIns="44997" rIns="90004" bIns="44997" anchor="t" anchorCtr="0" compatLnSpc="0">
            <a:spAutoFit/>
          </a:bodyPr>
          <a:lstStyle/>
          <a:p>
            <a:pPr marL="0" marR="0" lvl="0" indent="0" algn="r" defTabSz="914400" rtl="0" eaLnBrk="1" fontAlgn="auto" latinLnBrk="0" hangingPunct="0">
              <a:lnSpc>
                <a:spcPct val="100000"/>
              </a:lnSpc>
              <a:spcBef>
                <a:spcPts val="0"/>
              </a:spcBef>
              <a:spcAft>
                <a:spcPts val="0"/>
              </a:spcAft>
              <a:buClrTx/>
              <a:buSzTx/>
              <a:buFontTx/>
              <a:buNone/>
              <a:tabLst/>
              <a:defRPr sz="1400" b="0" i="0" u="none" strike="noStrike" kern="0" cap="none" spc="0" baseline="0">
                <a:solidFill>
                  <a:srgbClr val="000000"/>
                </a:solidFill>
                <a:uFillTx/>
              </a:defRPr>
            </a:pPr>
            <a:r>
              <a:rPr kumimoji="0" lang="en-GB" sz="1400" b="0" i="0" u="none" strike="noStrike" kern="1200" cap="none" spc="0" normalizeH="0" baseline="0" noProof="0">
                <a:ln>
                  <a:noFill/>
                </a:ln>
                <a:solidFill>
                  <a:srgbClr val="000000"/>
                </a:solidFill>
                <a:effectLst/>
                <a:uLnTx/>
                <a:uFillTx/>
                <a:latin typeface="Liberation Sans" pitchFamily="18"/>
                <a:ea typeface="Noto Sans CJK SC Regular" pitchFamily="2"/>
                <a:cs typeface="FreeSans" pitchFamily="2"/>
              </a:rPr>
              <a:t>Thomas Olivers (1725-99)</a:t>
            </a:r>
          </a:p>
          <a:p>
            <a:pPr marL="0" marR="0" lvl="0" indent="0" algn="r" defTabSz="914400" rtl="0" eaLnBrk="1" fontAlgn="auto" latinLnBrk="0" hangingPunct="0">
              <a:lnSpc>
                <a:spcPct val="100000"/>
              </a:lnSpc>
              <a:spcBef>
                <a:spcPts val="0"/>
              </a:spcBef>
              <a:spcAft>
                <a:spcPts val="0"/>
              </a:spcAft>
              <a:buClrTx/>
              <a:buSzTx/>
              <a:buFontTx/>
              <a:buNone/>
              <a:tabLst/>
              <a:defRPr sz="1400" b="0" i="0" u="none" strike="noStrike" kern="0" cap="none" spc="0" baseline="0">
                <a:solidFill>
                  <a:srgbClr val="000000"/>
                </a:solidFill>
                <a:uFillTx/>
              </a:defRPr>
            </a:pPr>
            <a:r>
              <a:rPr kumimoji="0" lang="en-GB" sz="1400" b="0" i="0" u="none" strike="noStrike" kern="1200" cap="none" spc="0" normalizeH="0" baseline="0" noProof="0">
                <a:ln>
                  <a:noFill/>
                </a:ln>
                <a:solidFill>
                  <a:srgbClr val="000000"/>
                </a:solidFill>
                <a:effectLst/>
                <a:uLnTx/>
                <a:uFillTx/>
                <a:latin typeface="Liberation Sans" pitchFamily="18"/>
                <a:ea typeface="Noto Sans CJK SC Regular" pitchFamily="2"/>
                <a:cs typeface="FreeSans" pitchFamily="2"/>
              </a:rPr>
              <a:t>Music: Leoni Public Domain</a:t>
            </a:r>
          </a:p>
          <a:p>
            <a:pPr marL="0" marR="0" lvl="0" indent="0" algn="r" defTabSz="914400" rtl="0" eaLnBrk="1" fontAlgn="auto" latinLnBrk="0" hangingPunct="0">
              <a:lnSpc>
                <a:spcPct val="100000"/>
              </a:lnSpc>
              <a:spcBef>
                <a:spcPts val="0"/>
              </a:spcBef>
              <a:spcAft>
                <a:spcPts val="0"/>
              </a:spcAft>
              <a:buClrTx/>
              <a:buSzTx/>
              <a:buFontTx/>
              <a:buNone/>
              <a:tabLst/>
              <a:defRPr sz="1400" b="0" i="0" u="none" strike="noStrike" kern="0" cap="none" spc="0" baseline="0">
                <a:solidFill>
                  <a:srgbClr val="000000"/>
                </a:solidFill>
                <a:uFillTx/>
              </a:defRPr>
            </a:pPr>
            <a:r>
              <a:rPr kumimoji="0" lang="en-GB" sz="1400" b="0" i="0" u="none" strike="noStrike" kern="1200" cap="none" spc="0" normalizeH="0" baseline="0" noProof="0">
                <a:ln>
                  <a:noFill/>
                </a:ln>
                <a:solidFill>
                  <a:srgbClr val="000000"/>
                </a:solidFill>
                <a:effectLst/>
                <a:uLnTx/>
                <a:uFillTx/>
                <a:latin typeface="Liberation Sans" pitchFamily="18"/>
                <a:ea typeface="Noto Sans CJK SC Regular" pitchFamily="2"/>
                <a:cs typeface="FreeSans" pitchFamily="2"/>
              </a:rPr>
              <a:t>CCL: 522221</a:t>
            </a:r>
          </a:p>
        </p:txBody>
      </p:sp>
    </p:spTree>
    <p:extLst>
      <p:ext uri="{BB962C8B-B14F-4D97-AF65-F5344CB8AC3E}">
        <p14:creationId xmlns:p14="http://schemas.microsoft.com/office/powerpoint/2010/main" val="4132040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CCAE-836C-C2E9-536D-E0159ACA2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F450C-8A96-A6FD-C5B3-B04F20997227}"/>
              </a:ext>
            </a:extLst>
          </p:cNvPr>
          <p:cNvSpPr>
            <a:spLocks noGrp="1"/>
          </p:cNvSpPr>
          <p:nvPr>
            <p:ph type="title"/>
          </p:nvPr>
        </p:nvSpPr>
        <p:spPr>
          <a:xfrm>
            <a:off x="503999" y="301320"/>
            <a:ext cx="9072000" cy="751303"/>
          </a:xfrm>
        </p:spPr>
        <p:txBody>
          <a:bodyPr/>
          <a:lstStyle/>
          <a:p>
            <a:pPr algn="ctr"/>
            <a:r>
              <a:rPr kumimoji="0" lang="en-GB" altLang="en-US" sz="4400" b="0" i="1" u="none" strike="noStrike" kern="1200" cap="none" spc="0" normalizeH="0" baseline="0" noProof="0">
                <a:ln>
                  <a:noFill/>
                </a:ln>
                <a:solidFill>
                  <a:schemeClr val="accent1"/>
                </a:solidFill>
                <a:effectLst/>
                <a:highlight>
                  <a:scrgbClr r="0" g="0" b="0">
                    <a:alpha val="0"/>
                  </a:scrgbClr>
                </a:highlight>
                <a:uLnTx/>
                <a:uFillTx/>
                <a:latin typeface="Times New Roman" panose="02020603050405020304" pitchFamily="18" charset="0"/>
                <a:ea typeface="Sorts Mill Goudy" charset="0"/>
                <a:cs typeface="DejaVu Sans" panose="020B0603030804020204" pitchFamily="34" charset="0"/>
              </a:rPr>
              <a:t>Prayer of Praise &amp; Adoration</a:t>
            </a:r>
            <a:endParaRPr lang="en-GB">
              <a:solidFill>
                <a:schemeClr val="accent1"/>
              </a:solidFill>
            </a:endParaRPr>
          </a:p>
        </p:txBody>
      </p:sp>
    </p:spTree>
    <p:extLst>
      <p:ext uri="{BB962C8B-B14F-4D97-AF65-F5344CB8AC3E}">
        <p14:creationId xmlns:p14="http://schemas.microsoft.com/office/powerpoint/2010/main" val="1918533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Shape 1"/>
          <p:cNvSpPr txBox="1"/>
          <p:nvPr/>
        </p:nvSpPr>
        <p:spPr>
          <a:xfrm>
            <a:off x="504000" y="388646"/>
            <a:ext cx="9072000" cy="677108"/>
          </a:xfrm>
          <a:prstGeom prst="rect">
            <a:avLst/>
          </a:prstGeom>
          <a:noFill/>
          <a:ln>
            <a:noFill/>
          </a:ln>
        </p:spPr>
        <p:txBody>
          <a:bodyPr lIns="0" tIns="0" rIns="0" bIns="0" anchor="ctr">
            <a:spAutoFit/>
          </a:bodyPr>
          <a:lstStyle/>
          <a:p>
            <a:pPr algn="ctr"/>
            <a:r>
              <a:rPr lang="en-GB" sz="4400" b="0" i="1" strike="noStrike" spc="-1">
                <a:solidFill>
                  <a:schemeClr val="accent1"/>
                </a:solidFill>
                <a:latin typeface="Times New Roman"/>
              </a:rPr>
              <a:t>Prayer for Purity</a:t>
            </a:r>
            <a:endParaRPr lang="en-GB" sz="4400" b="1" strike="noStrike" spc="-1">
              <a:solidFill>
                <a:schemeClr val="accent1"/>
              </a:solidFill>
              <a:latin typeface="Goudy Old Style"/>
            </a:endParaRPr>
          </a:p>
        </p:txBody>
      </p:sp>
      <p:sp>
        <p:nvSpPr>
          <p:cNvPr id="192" name="TextShape 2"/>
          <p:cNvSpPr txBox="1"/>
          <p:nvPr/>
        </p:nvSpPr>
        <p:spPr>
          <a:xfrm>
            <a:off x="504000" y="1296000"/>
            <a:ext cx="9072000" cy="4365061"/>
          </a:xfrm>
          <a:prstGeom prst="rect">
            <a:avLst/>
          </a:prstGeom>
          <a:solidFill>
            <a:srgbClr val="FFFFFF"/>
          </a:solidFill>
          <a:ln>
            <a:noFill/>
          </a:ln>
        </p:spPr>
        <p:txBody>
          <a:bodyPr lIns="0" tIns="0" rIns="0" bIns="0">
            <a:normAutofit/>
          </a:bodyPr>
          <a:lstStyle/>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r>
              <a:rPr kumimoji="0" lang="en-US"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All</a:t>
            </a:r>
            <a:r>
              <a:rPr kumimoji="0" lang="en-US" sz="28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a:t>
            </a:r>
            <a:r>
              <a:rPr kumimoji="0" lang="en-US" sz="2800" b="1"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US" sz="2800" b="1" i="0" u="none" strike="noStrike" kern="1200" cap="none" spc="0" normalizeH="0" baseline="0" noProof="0">
                <a:ln>
                  <a:noFill/>
                </a:ln>
                <a:solidFill>
                  <a:srgbClr val="000000"/>
                </a:solidFill>
                <a:effectLst/>
                <a:highlight>
                  <a:scrgbClr r="0" g="0" b="0">
                    <a:alpha val="0"/>
                  </a:scrgbClr>
                </a:highlight>
                <a:uLnTx/>
                <a:uFillTx/>
                <a:latin typeface="Arial Black" pitchFamily="2"/>
              </a:rPr>
              <a:t>Almighty God, to whom all hearts are open, all desires known, and from whom no secrets are hidden: cleanse the thoughts of our hearts by the inspiration of your Holy Spirit, so that we may perfectly love you, and worthily magnify your holy name, through Christ our Lord. 	Amen.</a:t>
            </a:r>
          </a:p>
        </p:txBody>
      </p:sp>
    </p:spTree>
    <p:extLst>
      <p:ext uri="{BB962C8B-B14F-4D97-AF65-F5344CB8AC3E}">
        <p14:creationId xmlns:p14="http://schemas.microsoft.com/office/powerpoint/2010/main" val="386307664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F09FAB-52A7-4FFB-2604-68360BFB5D00}"/>
              </a:ext>
            </a:extLst>
          </p:cNvPr>
          <p:cNvSpPr txBox="1">
            <a:spLocks noGrp="1" noMove="1" noResize="1"/>
          </p:cNvSpPr>
          <p:nvPr>
            <p:ph type="body" idx="4294967295"/>
          </p:nvPr>
        </p:nvSpPr>
        <p:spPr>
          <a:xfrm>
            <a:off x="503999" y="1296000"/>
            <a:ext cx="9072000" cy="5112000"/>
          </a:xfrm>
        </p:spPr>
        <p:txBody>
          <a:bodyPr/>
          <a:lstStyle/>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r>
              <a:rPr kumimoji="0" lang="en-US"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US" sz="30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a:t>
            </a:r>
            <a:r>
              <a:rPr kumimoji="0" lang="en-US" sz="2800" b="0"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p>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God spoke all these words saying:</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I am the Lord your God. You shall have no gods other than me.</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You shall not make for yourself an idol.</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You shall not misuse the name of the Lord your God.</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Remember to keep the Sabbath day holy.</a:t>
            </a:r>
          </a:p>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r>
              <a:rPr kumimoji="0" lang="en-US" sz="2800" b="0" i="0" u="none" strike="noStrike" kern="1200" cap="none" spc="0" normalizeH="0" baseline="0" noProof="0">
                <a:ln>
                  <a:noFill/>
                </a:ln>
                <a:solidFill>
                  <a:srgbClr val="A12626"/>
                </a:solidFill>
                <a:effectLst/>
                <a:highlight>
                  <a:scrgbClr r="0" g="0" b="0">
                    <a:alpha val="0"/>
                  </a:scrgbClr>
                </a:highlight>
                <a:uLnTx/>
                <a:uFillTx/>
                <a:latin typeface="Liberation Serif" pitchFamily="18"/>
              </a:rPr>
              <a:t> </a:t>
            </a:r>
          </a:p>
          <a:p>
            <a:pPr marL="360000" marR="360000" lvl="0" indent="-360000" defTabSz="914400" eaLnBrk="1" fontAlgn="auto" latinLnBrk="0" hangingPunct="0">
              <a:lnSpc>
                <a:spcPct val="200000"/>
              </a:lnSpc>
              <a:spcBef>
                <a:spcPts val="0"/>
              </a:spcBef>
              <a:spcAft>
                <a:spcPts val="0"/>
              </a:spcAft>
              <a:buClrTx/>
              <a:buSzPct val="45000"/>
              <a:buFont typeface="StarSymbol"/>
              <a:buNone/>
              <a:tabLst/>
              <a:defRPr/>
            </a:pPr>
            <a:endPar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endParaRPr>
          </a:p>
          <a:p>
            <a:pPr marL="0" indent="0" eaLnBrk="1" fontAlgn="auto">
              <a:lnSpc>
                <a:spcPct val="115000"/>
              </a:lnSpc>
              <a:spcBef>
                <a:spcPts val="0"/>
              </a:spcBef>
              <a:spcAft>
                <a:spcPts val="0"/>
              </a:spcAft>
              <a:buFont typeface="StarSymbol"/>
              <a:buNone/>
              <a:defRPr/>
            </a:pPr>
            <a:endParaRPr>
              <a:solidFill>
                <a:sysClr val="windowText" lastClr="000000"/>
              </a:solidFill>
              <a:latin typeface="Arial Black" pitchFamily="34"/>
            </a:endParaRPr>
          </a:p>
        </p:txBody>
      </p:sp>
      <p:sp>
        <p:nvSpPr>
          <p:cNvPr id="4" name="TextShape 1">
            <a:extLst>
              <a:ext uri="{FF2B5EF4-FFF2-40B4-BE49-F238E27FC236}">
                <a16:creationId xmlns:a16="http://schemas.microsoft.com/office/drawing/2014/main" id="{7F4DB5DC-8D1D-EE5D-03AE-B661AA262D73}"/>
              </a:ext>
            </a:extLst>
          </p:cNvPr>
          <p:cNvSpPr txBox="1">
            <a:spLocks noChangeArrowheads="1"/>
          </p:cNvSpPr>
          <p:nvPr/>
        </p:nvSpPr>
        <p:spPr bwMode="auto">
          <a:xfrm>
            <a:off x="503238" y="388938"/>
            <a:ext cx="907256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DejaVu Sans" panose="020B06030308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DejaVu Sans" panose="020B06030308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DejaVu Sans" panose="020B06030308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altLang="en-US" sz="4400" i="1">
                <a:solidFill>
                  <a:schemeClr val="accent1"/>
                </a:solidFill>
                <a:latin typeface="Times New Roman" panose="02020603050405020304" pitchFamily="18" charset="0"/>
              </a:rPr>
              <a:t>The Ten Commandments</a:t>
            </a:r>
            <a:endParaRPr kumimoji="0" lang="en-GB" altLang="en-US" sz="4400" b="0" i="0" u="none" strike="noStrike" kern="1200" cap="none" spc="0" normalizeH="0" baseline="0" noProof="0">
              <a:ln>
                <a:noFill/>
              </a:ln>
              <a:solidFill>
                <a:schemeClr val="accent1"/>
              </a:solidFill>
              <a:effectLst/>
              <a:uLnTx/>
              <a:uFillTx/>
              <a:latin typeface="Goudy Old Style" panose="02020502050305020303" pitchFamily="18"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F09FAB-52A7-4FFB-2604-68360BFB5D00}"/>
              </a:ext>
            </a:extLst>
          </p:cNvPr>
          <p:cNvSpPr txBox="1">
            <a:spLocks noGrp="1" noMove="1" noResize="1"/>
          </p:cNvSpPr>
          <p:nvPr>
            <p:ph type="body" idx="4294967295"/>
          </p:nvPr>
        </p:nvSpPr>
        <p:spPr>
          <a:xfrm>
            <a:off x="503999" y="1296000"/>
            <a:ext cx="9072000" cy="5112000"/>
          </a:xfrm>
        </p:spPr>
        <p:txBody>
          <a:bodyPr/>
          <a:lstStyle/>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endParaRPr kumimoji="0" lang="en-US" sz="2800" b="0"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endParaRPr lang="en-US" sz="2800" i="1">
              <a:solidFill>
                <a:srgbClr val="A12626"/>
              </a:solidFill>
              <a:latin typeface="Liberation Serif" pitchFamily="18"/>
            </a:endParaRPr>
          </a:p>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r>
              <a:rPr kumimoji="0" lang="en-US"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All: </a:t>
            </a: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Lord, have mercy on us, and incline our hearts to keep these laws.</a:t>
            </a:r>
          </a:p>
          <a:p>
            <a:pPr marL="0" indent="0" eaLnBrk="1" fontAlgn="auto">
              <a:lnSpc>
                <a:spcPct val="115000"/>
              </a:lnSpc>
              <a:spcBef>
                <a:spcPts val="0"/>
              </a:spcBef>
              <a:spcAft>
                <a:spcPts val="0"/>
              </a:spcAft>
              <a:buFont typeface="StarSymbol"/>
              <a:buNone/>
              <a:defRPr/>
            </a:pPr>
            <a:endParaRPr>
              <a:solidFill>
                <a:sysClr val="windowText" lastClr="000000"/>
              </a:solidFill>
              <a:latin typeface="Arial Black" pitchFamily="34"/>
            </a:endParaRPr>
          </a:p>
        </p:txBody>
      </p:sp>
      <p:sp>
        <p:nvSpPr>
          <p:cNvPr id="4" name="TextShape 1">
            <a:extLst>
              <a:ext uri="{FF2B5EF4-FFF2-40B4-BE49-F238E27FC236}">
                <a16:creationId xmlns:a16="http://schemas.microsoft.com/office/drawing/2014/main" id="{7F4DB5DC-8D1D-EE5D-03AE-B661AA262D73}"/>
              </a:ext>
            </a:extLst>
          </p:cNvPr>
          <p:cNvSpPr txBox="1">
            <a:spLocks noChangeArrowheads="1"/>
          </p:cNvSpPr>
          <p:nvPr/>
        </p:nvSpPr>
        <p:spPr bwMode="auto">
          <a:xfrm>
            <a:off x="503238" y="388938"/>
            <a:ext cx="907256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DejaVu Sans" panose="020B06030308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DejaVu Sans" panose="020B06030308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DejaVu Sans" panose="020B06030308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altLang="en-US" sz="4400" i="1">
                <a:solidFill>
                  <a:schemeClr val="accent1"/>
                </a:solidFill>
                <a:latin typeface="Times New Roman" panose="02020603050405020304" pitchFamily="18" charset="0"/>
              </a:rPr>
              <a:t>The Ten Commandments</a:t>
            </a:r>
            <a:endParaRPr kumimoji="0" lang="en-GB" altLang="en-US" sz="4400" b="0" i="0" u="none" strike="noStrike" kern="1200" cap="none" spc="0" normalizeH="0" baseline="0" noProof="0">
              <a:ln>
                <a:noFill/>
              </a:ln>
              <a:solidFill>
                <a:schemeClr val="accent1"/>
              </a:solidFill>
              <a:effectLst/>
              <a:uLnTx/>
              <a:uFillTx/>
              <a:latin typeface="Goudy Old Style" panose="02020502050305020303" pitchFamily="18" charset="0"/>
            </a:endParaRPr>
          </a:p>
        </p:txBody>
      </p:sp>
    </p:spTree>
    <p:extLst>
      <p:ext uri="{BB962C8B-B14F-4D97-AF65-F5344CB8AC3E}">
        <p14:creationId xmlns:p14="http://schemas.microsoft.com/office/powerpoint/2010/main" val="4062600922"/>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F09FAB-52A7-4FFB-2604-68360BFB5D00}"/>
              </a:ext>
            </a:extLst>
          </p:cNvPr>
          <p:cNvSpPr txBox="1">
            <a:spLocks noGrp="1" noMove="1" noResize="1"/>
          </p:cNvSpPr>
          <p:nvPr>
            <p:ph type="body" idx="4294967295"/>
          </p:nvPr>
        </p:nvSpPr>
        <p:spPr>
          <a:xfrm>
            <a:off x="503999" y="1296000"/>
            <a:ext cx="9072000" cy="5112000"/>
          </a:xfrm>
        </p:spPr>
        <p:txBody>
          <a:bodyPr/>
          <a:lstStyle/>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r>
              <a:rPr kumimoji="0" lang="en-US"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US" sz="2800" b="1"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err="1">
                <a:ln>
                  <a:noFill/>
                </a:ln>
                <a:solidFill>
                  <a:sysClr val="windowText" lastClr="000000"/>
                </a:solidFill>
                <a:effectLst/>
                <a:highlight>
                  <a:scrgbClr r="0" g="0" b="0">
                    <a:alpha val="0"/>
                  </a:scrgbClr>
                </a:highlight>
                <a:uLnTx/>
                <a:uFillTx/>
                <a:latin typeface="Arial Black" pitchFamily="2"/>
              </a:rPr>
              <a:t>Honour</a:t>
            </a: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 your father and your mother</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You shall not commit murder.</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You shall not commit adultery.</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You shall not steal.</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You shall not bear false witness against your </a:t>
            </a:r>
            <a:r>
              <a:rPr kumimoji="0" lang="en-US" sz="2800" b="0" i="0" u="none" strike="noStrike" kern="1200" cap="none" spc="0" normalizeH="0" baseline="0" noProof="0" err="1">
                <a:ln>
                  <a:noFill/>
                </a:ln>
                <a:solidFill>
                  <a:sysClr val="windowText" lastClr="000000"/>
                </a:solidFill>
                <a:effectLst/>
                <a:highlight>
                  <a:scrgbClr r="0" g="0" b="0">
                    <a:alpha val="0"/>
                  </a:scrgbClr>
                </a:highlight>
                <a:uLnTx/>
                <a:uFillTx/>
                <a:latin typeface="Arial Black" pitchFamily="2"/>
              </a:rPr>
              <a:t>neighbour</a:t>
            </a: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t>
            </a:r>
          </a:p>
          <a:p>
            <a:pPr marL="817200" marR="360000" lvl="0" indent="-457200" defTabSz="914400" eaLnBrk="1" fontAlgn="auto" latinLnBrk="0" hangingPunct="0">
              <a:lnSpc>
                <a:spcPct val="115000"/>
              </a:lnSpc>
              <a:spcBef>
                <a:spcPts val="0"/>
              </a:spcBef>
              <a:spcAft>
                <a:spcPts val="0"/>
              </a:spcAft>
              <a:buClrTx/>
              <a:buSzPct val="45000"/>
              <a:buFont typeface="StarSymbol"/>
              <a:buChar char="●"/>
              <a:tabLst/>
              <a:defRPr/>
            </a:pP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You shall not covet</a:t>
            </a:r>
          </a:p>
          <a:p>
            <a:pPr marL="360000" marR="360000" lvl="0" indent="-360000" defTabSz="914400" eaLnBrk="1" fontAlgn="auto" latinLnBrk="0" hangingPunct="0">
              <a:lnSpc>
                <a:spcPct val="200000"/>
              </a:lnSpc>
              <a:spcBef>
                <a:spcPts val="0"/>
              </a:spcBef>
              <a:spcAft>
                <a:spcPts val="0"/>
              </a:spcAft>
              <a:buClrTx/>
              <a:buSzPct val="45000"/>
              <a:buFont typeface="StarSymbol"/>
              <a:buNone/>
              <a:tabLst/>
              <a:defRPr/>
            </a:pPr>
            <a:endPar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endParaRPr>
          </a:p>
          <a:p>
            <a:pPr marL="0" indent="0" eaLnBrk="1" fontAlgn="auto">
              <a:lnSpc>
                <a:spcPct val="115000"/>
              </a:lnSpc>
              <a:spcBef>
                <a:spcPts val="0"/>
              </a:spcBef>
              <a:spcAft>
                <a:spcPts val="0"/>
              </a:spcAft>
              <a:buFont typeface="StarSymbol"/>
              <a:buNone/>
              <a:defRPr/>
            </a:pPr>
            <a:endParaRPr>
              <a:solidFill>
                <a:sysClr val="windowText" lastClr="000000"/>
              </a:solidFill>
              <a:latin typeface="Arial Black" pitchFamily="34"/>
            </a:endParaRPr>
          </a:p>
        </p:txBody>
      </p:sp>
      <p:sp>
        <p:nvSpPr>
          <p:cNvPr id="4" name="TextShape 1">
            <a:extLst>
              <a:ext uri="{FF2B5EF4-FFF2-40B4-BE49-F238E27FC236}">
                <a16:creationId xmlns:a16="http://schemas.microsoft.com/office/drawing/2014/main" id="{7F4DB5DC-8D1D-EE5D-03AE-B661AA262D73}"/>
              </a:ext>
            </a:extLst>
          </p:cNvPr>
          <p:cNvSpPr txBox="1">
            <a:spLocks noChangeArrowheads="1"/>
          </p:cNvSpPr>
          <p:nvPr/>
        </p:nvSpPr>
        <p:spPr bwMode="auto">
          <a:xfrm>
            <a:off x="503238" y="388938"/>
            <a:ext cx="907256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DejaVu Sans" panose="020B06030308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DejaVu Sans" panose="020B06030308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DejaVu Sans" panose="020B06030308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altLang="en-US" sz="4400" i="1">
                <a:solidFill>
                  <a:schemeClr val="accent1"/>
                </a:solidFill>
                <a:latin typeface="Times New Roman" panose="02020603050405020304" pitchFamily="18" charset="0"/>
              </a:rPr>
              <a:t>The Ten Commandments</a:t>
            </a:r>
            <a:endParaRPr kumimoji="0" lang="en-GB" altLang="en-US" sz="4400" b="0" i="0" u="none" strike="noStrike" kern="1200" cap="none" spc="0" normalizeH="0" baseline="0" noProof="0">
              <a:ln>
                <a:noFill/>
              </a:ln>
              <a:solidFill>
                <a:schemeClr val="accent1"/>
              </a:solidFill>
              <a:effectLst/>
              <a:uLnTx/>
              <a:uFillTx/>
              <a:latin typeface="Goudy Old Style" panose="02020502050305020303" pitchFamily="18" charset="0"/>
            </a:endParaRPr>
          </a:p>
        </p:txBody>
      </p:sp>
    </p:spTree>
    <p:extLst>
      <p:ext uri="{BB962C8B-B14F-4D97-AF65-F5344CB8AC3E}">
        <p14:creationId xmlns:p14="http://schemas.microsoft.com/office/powerpoint/2010/main" val="4257915231"/>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F09FAB-52A7-4FFB-2604-68360BFB5D00}"/>
              </a:ext>
            </a:extLst>
          </p:cNvPr>
          <p:cNvSpPr txBox="1">
            <a:spLocks noGrp="1" noMove="1" noResize="1"/>
          </p:cNvSpPr>
          <p:nvPr>
            <p:ph type="body" idx="4294967295"/>
          </p:nvPr>
        </p:nvSpPr>
        <p:spPr>
          <a:xfrm>
            <a:off x="503999" y="1296000"/>
            <a:ext cx="9072000" cy="5112000"/>
          </a:xfrm>
        </p:spPr>
        <p:txBody>
          <a:bodyPr/>
          <a:lstStyle/>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endParaRPr kumimoji="0" lang="en-US" sz="2800" b="0"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endParaRPr lang="en-US" sz="2800" i="1">
              <a:solidFill>
                <a:srgbClr val="A12626"/>
              </a:solidFill>
              <a:latin typeface="Liberation Serif" pitchFamily="18"/>
            </a:endParaRPr>
          </a:p>
          <a:p>
            <a:pPr marL="360000" marR="360000" lvl="0" indent="0" defTabSz="914400" eaLnBrk="1" fontAlgn="auto" latinLnBrk="0" hangingPunct="0">
              <a:lnSpc>
                <a:spcPct val="115000"/>
              </a:lnSpc>
              <a:spcBef>
                <a:spcPts val="0"/>
              </a:spcBef>
              <a:spcAft>
                <a:spcPts val="0"/>
              </a:spcAft>
              <a:buClrTx/>
              <a:buSzPct val="45000"/>
              <a:buFont typeface="StarSymbol"/>
              <a:buNone/>
              <a:tabLst/>
              <a:defRPr/>
            </a:pPr>
            <a:r>
              <a:rPr kumimoji="0" lang="en-US"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All: </a:t>
            </a: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Lord, have mercy on us, and write all these your laws on our hearts, we </a:t>
            </a:r>
            <a:r>
              <a:rPr lang="en-US" sz="2800">
                <a:solidFill>
                  <a:sysClr val="windowText" lastClr="000000"/>
                </a:solidFill>
                <a:latin typeface="Arial Black" pitchFamily="2"/>
              </a:rPr>
              <a:t>ask you</a:t>
            </a:r>
            <a:r>
              <a:rPr kumimoji="0" lang="en-US"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t>
            </a:r>
          </a:p>
          <a:p>
            <a:pPr marL="0" indent="0" eaLnBrk="1" fontAlgn="auto">
              <a:lnSpc>
                <a:spcPct val="115000"/>
              </a:lnSpc>
              <a:spcBef>
                <a:spcPts val="0"/>
              </a:spcBef>
              <a:spcAft>
                <a:spcPts val="0"/>
              </a:spcAft>
              <a:buFont typeface="StarSymbol"/>
              <a:buNone/>
              <a:defRPr/>
            </a:pPr>
            <a:endParaRPr>
              <a:solidFill>
                <a:sysClr val="windowText" lastClr="000000"/>
              </a:solidFill>
              <a:latin typeface="Arial Black" pitchFamily="34"/>
            </a:endParaRPr>
          </a:p>
        </p:txBody>
      </p:sp>
      <p:sp>
        <p:nvSpPr>
          <p:cNvPr id="4" name="TextShape 1">
            <a:extLst>
              <a:ext uri="{FF2B5EF4-FFF2-40B4-BE49-F238E27FC236}">
                <a16:creationId xmlns:a16="http://schemas.microsoft.com/office/drawing/2014/main" id="{7F4DB5DC-8D1D-EE5D-03AE-B661AA262D73}"/>
              </a:ext>
            </a:extLst>
          </p:cNvPr>
          <p:cNvSpPr txBox="1">
            <a:spLocks noChangeArrowheads="1"/>
          </p:cNvSpPr>
          <p:nvPr/>
        </p:nvSpPr>
        <p:spPr bwMode="auto">
          <a:xfrm>
            <a:off x="503238" y="388938"/>
            <a:ext cx="907256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DejaVu Sans" panose="020B06030308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DejaVu Sans" panose="020B06030308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DejaVu Sans" panose="020B06030308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altLang="en-US" sz="4400" i="1">
                <a:solidFill>
                  <a:schemeClr val="accent1"/>
                </a:solidFill>
                <a:latin typeface="Times New Roman" panose="02020603050405020304" pitchFamily="18" charset="0"/>
              </a:rPr>
              <a:t>The Ten Commandments</a:t>
            </a:r>
            <a:endParaRPr kumimoji="0" lang="en-GB" altLang="en-US" sz="4400" b="0" i="0" u="none" strike="noStrike" kern="1200" cap="none" spc="0" normalizeH="0" baseline="0" noProof="0">
              <a:ln>
                <a:noFill/>
              </a:ln>
              <a:solidFill>
                <a:schemeClr val="accent1"/>
              </a:solidFill>
              <a:effectLst/>
              <a:uLnTx/>
              <a:uFillTx/>
              <a:latin typeface="Goudy Old Style" panose="02020502050305020303" pitchFamily="18" charset="0"/>
            </a:endParaRPr>
          </a:p>
        </p:txBody>
      </p:sp>
    </p:spTree>
    <p:extLst>
      <p:ext uri="{BB962C8B-B14F-4D97-AF65-F5344CB8AC3E}">
        <p14:creationId xmlns:p14="http://schemas.microsoft.com/office/powerpoint/2010/main" val="3321426455"/>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AD0B95-CF0D-6EB2-FDAC-06BE8A17C844}"/>
              </a:ext>
            </a:extLst>
          </p:cNvPr>
          <p:cNvSpPr txBox="1">
            <a:spLocks noGrp="1"/>
          </p:cNvSpPr>
          <p:nvPr>
            <p:ph type="body" idx="4294967295"/>
          </p:nvPr>
        </p:nvSpPr>
        <p:spPr>
          <a:xfrm>
            <a:off x="503999" y="1296000"/>
            <a:ext cx="9071640" cy="5256000"/>
          </a:xfrm>
        </p:spPr>
        <p:txBody>
          <a:bodyPr>
            <a:normAutofit/>
          </a:bodyPr>
          <a:lstStyle/>
          <a:p>
            <a:pPr marL="360000" marR="0" lvl="0" indent="0" algn="l" defTabSz="914400" rtl="0" eaLnBrk="1" fontAlgn="auto" latinLnBrk="0" hangingPunct="1">
              <a:lnSpc>
                <a:spcPct val="115000"/>
              </a:lnSpc>
              <a:spcBef>
                <a:spcPts val="0"/>
              </a:spcBef>
              <a:spcAft>
                <a:spcPts val="0"/>
              </a:spcAft>
              <a:buClrTx/>
              <a:buSzTx/>
              <a:buFontTx/>
              <a:buNone/>
              <a:tabLst/>
              <a:defRPr/>
            </a:pPr>
            <a:r>
              <a:rPr kumimoji="0" lang="en-GB" sz="2800" b="1" i="1" u="none" strike="noStrike" kern="1200" cap="none" spc="-1" normalizeH="0" baseline="0" noProof="0">
                <a:ln>
                  <a:noFill/>
                </a:ln>
                <a:solidFill>
                  <a:schemeClr val="accent1"/>
                </a:solidFill>
                <a:effectLst/>
                <a:uLnTx/>
                <a:uFillTx/>
                <a:latin typeface="Times New Roman"/>
                <a:ea typeface="+mn-ea"/>
                <a:cs typeface="+mn-cs"/>
              </a:rPr>
              <a:t>All.</a:t>
            </a:r>
            <a:r>
              <a:rPr kumimoji="0" lang="en-GB" sz="2800" b="0" i="0" u="none" strike="noStrike" kern="1200" cap="none" spc="-1" normalizeH="0" baseline="0" noProof="0">
                <a:ln>
                  <a:noFill/>
                </a:ln>
                <a:solidFill>
                  <a:schemeClr val="accent1"/>
                </a:solidFill>
                <a:effectLst/>
                <a:uLnTx/>
                <a:uFillTx/>
                <a:latin typeface="Arial Black"/>
                <a:ea typeface="+mn-ea"/>
                <a:cs typeface="+mn-cs"/>
              </a:rPr>
              <a:t> </a:t>
            </a:r>
            <a:r>
              <a:rPr kumimoji="0" lang="en-GB" sz="2800" b="0" i="0" u="none" strike="noStrike" kern="1200" cap="none" spc="-1" normalizeH="0" baseline="0" noProof="0">
                <a:ln>
                  <a:noFill/>
                </a:ln>
                <a:solidFill>
                  <a:prstClr val="black"/>
                </a:solidFill>
                <a:effectLst/>
                <a:uLnTx/>
                <a:uFillTx/>
                <a:latin typeface="Arial Black"/>
                <a:ea typeface="ArialMT"/>
                <a:cs typeface="+mn-cs"/>
              </a:rPr>
              <a:t>Our Father in heaven, hallowed be your name, your kingdom come, your will be done, on earth as it is in heaven. </a:t>
            </a:r>
          </a:p>
          <a:p>
            <a:pPr marL="360000" marR="0" lvl="0" indent="0" algn="l" defTabSz="914400" rtl="0" eaLnBrk="1" fontAlgn="auto" latinLnBrk="0" hangingPunct="1">
              <a:lnSpc>
                <a:spcPct val="115000"/>
              </a:lnSpc>
              <a:spcBef>
                <a:spcPts val="0"/>
              </a:spcBef>
              <a:spcAft>
                <a:spcPts val="0"/>
              </a:spcAft>
              <a:buClrTx/>
              <a:buSzTx/>
              <a:buFontTx/>
              <a:buNone/>
              <a:tabLst/>
              <a:defRPr/>
            </a:pPr>
            <a:r>
              <a:rPr kumimoji="0" lang="en-GB" sz="2800" b="0" i="0" u="none" strike="noStrike" kern="1200" cap="none" spc="-1" normalizeH="0" baseline="0" noProof="0">
                <a:ln>
                  <a:noFill/>
                </a:ln>
                <a:solidFill>
                  <a:prstClr val="black"/>
                </a:solidFill>
                <a:effectLst/>
                <a:uLnTx/>
                <a:uFillTx/>
                <a:latin typeface="Arial Black"/>
                <a:ea typeface="ArialMT"/>
                <a:cs typeface="+mn-cs"/>
              </a:rPr>
              <a:t>Give us today our daily bread. </a:t>
            </a:r>
          </a:p>
          <a:p>
            <a:pPr marL="360000" marR="0" lvl="0" indent="0" algn="l" defTabSz="914400" rtl="0" eaLnBrk="1" fontAlgn="auto" latinLnBrk="0" hangingPunct="1">
              <a:lnSpc>
                <a:spcPct val="115000"/>
              </a:lnSpc>
              <a:spcBef>
                <a:spcPts val="0"/>
              </a:spcBef>
              <a:spcAft>
                <a:spcPts val="0"/>
              </a:spcAft>
              <a:buClrTx/>
              <a:buSzTx/>
              <a:buFontTx/>
              <a:buNone/>
              <a:tabLst/>
              <a:defRPr/>
            </a:pPr>
            <a:r>
              <a:rPr kumimoji="0" lang="en-GB" sz="2800" b="0" i="0" u="none" strike="noStrike" kern="1200" cap="none" spc="-1" normalizeH="0" baseline="0" noProof="0">
                <a:ln>
                  <a:noFill/>
                </a:ln>
                <a:solidFill>
                  <a:prstClr val="black"/>
                </a:solidFill>
                <a:effectLst/>
                <a:uLnTx/>
                <a:uFillTx/>
                <a:latin typeface="Arial Black"/>
                <a:ea typeface="ArialMT"/>
                <a:cs typeface="+mn-cs"/>
              </a:rPr>
              <a:t>Forgive us our sins as we forgive those who sin against us. </a:t>
            </a:r>
          </a:p>
          <a:p>
            <a:pPr marL="360000" marR="0" lvl="0" indent="0" algn="l" defTabSz="914400" rtl="0" eaLnBrk="1" fontAlgn="auto" latinLnBrk="0" hangingPunct="1">
              <a:lnSpc>
                <a:spcPct val="115000"/>
              </a:lnSpc>
              <a:spcBef>
                <a:spcPts val="0"/>
              </a:spcBef>
              <a:spcAft>
                <a:spcPts val="0"/>
              </a:spcAft>
              <a:buClrTx/>
              <a:buSzTx/>
              <a:buFontTx/>
              <a:buNone/>
              <a:tabLst/>
              <a:defRPr/>
            </a:pPr>
            <a:r>
              <a:rPr kumimoji="0" lang="en-GB" sz="2800" b="0" i="0" u="none" strike="noStrike" kern="1200" cap="none" spc="-1" normalizeH="0" baseline="0" noProof="0">
                <a:ln>
                  <a:noFill/>
                </a:ln>
                <a:solidFill>
                  <a:prstClr val="black"/>
                </a:solidFill>
                <a:effectLst/>
                <a:uLnTx/>
                <a:uFillTx/>
                <a:latin typeface="Arial Black"/>
                <a:ea typeface="ArialMT"/>
                <a:cs typeface="+mn-cs"/>
              </a:rPr>
              <a:t>Lead us not into temptation but deliver us from evil. </a:t>
            </a:r>
          </a:p>
          <a:p>
            <a:pPr marL="360000" marR="0" lvl="0" indent="0" algn="l" defTabSz="914400" rtl="0" eaLnBrk="1" fontAlgn="auto" latinLnBrk="0" hangingPunct="1">
              <a:lnSpc>
                <a:spcPct val="115000"/>
              </a:lnSpc>
              <a:spcBef>
                <a:spcPts val="0"/>
              </a:spcBef>
              <a:spcAft>
                <a:spcPts val="0"/>
              </a:spcAft>
              <a:buClrTx/>
              <a:buSzTx/>
              <a:buFontTx/>
              <a:buNone/>
              <a:tabLst/>
              <a:defRPr/>
            </a:pPr>
            <a:r>
              <a:rPr kumimoji="0" lang="en-GB" sz="2800" b="0" i="0" u="none" strike="noStrike" kern="1200" cap="none" spc="-1" normalizeH="0" baseline="0" noProof="0">
                <a:ln>
                  <a:noFill/>
                </a:ln>
                <a:solidFill>
                  <a:prstClr val="black"/>
                </a:solidFill>
                <a:effectLst/>
                <a:uLnTx/>
                <a:uFillTx/>
                <a:latin typeface="Arial Black"/>
                <a:ea typeface="ArialMT"/>
                <a:cs typeface="+mn-cs"/>
              </a:rPr>
              <a:t>For yours is the kingdom, the power and the glory, now and for ever. Amen.</a:t>
            </a:r>
            <a:endParaRPr kumimoji="0" lang="en-GB" sz="2800" b="0" i="0" u="none" strike="noStrike" kern="1200" cap="none" spc="-1" normalizeH="0" baseline="0" noProof="0">
              <a:ln>
                <a:noFill/>
              </a:ln>
              <a:solidFill>
                <a:prstClr val="black"/>
              </a:solidFill>
              <a:effectLst/>
              <a:uLnTx/>
              <a:uFillTx/>
              <a:latin typeface="Arial Black"/>
              <a:ea typeface="+mn-ea"/>
              <a:cs typeface="+mn-cs"/>
            </a:endParaRPr>
          </a:p>
          <a:p>
            <a:pPr marL="360000" indent="0" eaLnBrk="1" fontAlgn="auto">
              <a:lnSpc>
                <a:spcPct val="115000"/>
              </a:lnSpc>
              <a:spcBef>
                <a:spcPts val="0"/>
              </a:spcBef>
              <a:spcAft>
                <a:spcPts val="0"/>
              </a:spcAft>
              <a:buFont typeface="StarSymbol"/>
              <a:buNone/>
              <a:tabLst>
                <a:tab pos="630238" algn="l"/>
              </a:tabLst>
              <a:defRPr/>
            </a:pPr>
            <a:endParaRPr sz="2800" b="1" i="1">
              <a:solidFill>
                <a:srgbClr val="A12626"/>
              </a:solidFill>
              <a:latin typeface="Times New Roman" panose="02020603050405020304" pitchFamily="18" charset="0"/>
              <a:cs typeface="Times New Roman" panose="02020603050405020304" pitchFamily="18" charset="0"/>
            </a:endParaRPr>
          </a:p>
        </p:txBody>
      </p:sp>
      <p:sp>
        <p:nvSpPr>
          <p:cNvPr id="4" name="TextShape 1">
            <a:extLst>
              <a:ext uri="{FF2B5EF4-FFF2-40B4-BE49-F238E27FC236}">
                <a16:creationId xmlns:a16="http://schemas.microsoft.com/office/drawing/2014/main" id="{0F967612-17AF-28C0-3961-2A3FA47E2798}"/>
              </a:ext>
            </a:extLst>
          </p:cNvPr>
          <p:cNvSpPr txBox="1">
            <a:spLocks noChangeArrowheads="1"/>
          </p:cNvSpPr>
          <p:nvPr/>
        </p:nvSpPr>
        <p:spPr bwMode="auto">
          <a:xfrm>
            <a:off x="503238" y="388938"/>
            <a:ext cx="907256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DejaVu Sans" panose="020B06030308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DejaVu Sans" panose="020B06030308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DejaVu Sans" panose="020B06030308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GB" altLang="en-US" sz="4400" i="1">
                <a:solidFill>
                  <a:schemeClr val="accent1"/>
                </a:solidFill>
                <a:latin typeface="Times New Roman" panose="02020603050405020304" pitchFamily="18" charset="0"/>
              </a:rPr>
              <a:t>Lord’s Prayer</a:t>
            </a:r>
            <a:endParaRPr kumimoji="0" lang="en-GB" altLang="en-US" sz="4400" b="0" i="0" u="none" strike="noStrike" kern="1200" cap="none" spc="0" normalizeH="0" baseline="0" noProof="0">
              <a:ln>
                <a:noFill/>
              </a:ln>
              <a:solidFill>
                <a:schemeClr val="accent1"/>
              </a:solidFill>
              <a:effectLst/>
              <a:uLnTx/>
              <a:uFillTx/>
              <a:latin typeface="Goudy Old Style" panose="02020502050305020303" pitchFamily="18" charset="0"/>
            </a:endParaRPr>
          </a:p>
        </p:txBody>
      </p:sp>
    </p:spTree>
    <p:extLst>
      <p:ext uri="{BB962C8B-B14F-4D97-AF65-F5344CB8AC3E}">
        <p14:creationId xmlns:p14="http://schemas.microsoft.com/office/powerpoint/2010/main" val="2445287816"/>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xtShape 1"/>
          <p:cNvSpPr txBox="1"/>
          <p:nvPr/>
        </p:nvSpPr>
        <p:spPr>
          <a:xfrm>
            <a:off x="504000" y="388646"/>
            <a:ext cx="9072000" cy="677108"/>
          </a:xfrm>
          <a:prstGeom prst="rect">
            <a:avLst/>
          </a:prstGeom>
          <a:noFill/>
          <a:ln>
            <a:noFill/>
          </a:ln>
        </p:spPr>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4400" i="1" spc="-1">
                <a:solidFill>
                  <a:schemeClr val="accent1"/>
                </a:solidFill>
                <a:latin typeface="Times New Roman"/>
                <a:ea typeface="DejaVu Sans"/>
                <a:cs typeface="DejaVu Sans"/>
              </a:rPr>
              <a:t>New Testament </a:t>
            </a:r>
            <a:r>
              <a:rPr kumimoji="0" lang="en-GB" sz="4400" b="0" i="1" u="none" strike="noStrike" kern="1200" cap="none" spc="-1" normalizeH="0" baseline="0" noProof="0">
                <a:ln>
                  <a:noFill/>
                </a:ln>
                <a:solidFill>
                  <a:schemeClr val="accent1"/>
                </a:solidFill>
                <a:effectLst/>
                <a:uLnTx/>
                <a:uFillTx/>
                <a:latin typeface="Times New Roman"/>
                <a:ea typeface="DejaVu Sans"/>
                <a:cs typeface="DejaVu Sans"/>
              </a:rPr>
              <a:t>Reading</a:t>
            </a:r>
            <a:endParaRPr kumimoji="0" lang="en-GB" sz="4400" b="1" i="0" u="none" strike="noStrike" kern="1200" cap="none" spc="-1" normalizeH="0" baseline="0" noProof="0">
              <a:ln>
                <a:noFill/>
              </a:ln>
              <a:solidFill>
                <a:schemeClr val="accent1"/>
              </a:solidFill>
              <a:effectLst/>
              <a:uLnTx/>
              <a:uFillTx/>
              <a:latin typeface="Goudy Old Style"/>
              <a:ea typeface="DejaVu Sans"/>
              <a:cs typeface="DejaVu Sans"/>
            </a:endParaRPr>
          </a:p>
        </p:txBody>
      </p:sp>
      <p:sp>
        <p:nvSpPr>
          <p:cNvPr id="211" name="TextShape 2"/>
          <p:cNvSpPr txBox="1"/>
          <p:nvPr/>
        </p:nvSpPr>
        <p:spPr>
          <a:xfrm>
            <a:off x="701556" y="1267778"/>
            <a:ext cx="9072000" cy="4506298"/>
          </a:xfrm>
          <a:prstGeom prst="rect">
            <a:avLst/>
          </a:prstGeom>
          <a:solidFill>
            <a:srgbClr val="FFFFFF"/>
          </a:solidFill>
          <a:ln>
            <a:noFill/>
          </a:ln>
        </p:spPr>
        <p:txBody>
          <a:bodyPr lIns="0" tIns="0" rIns="0" bIns="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1" normalizeH="0" baseline="0" noProof="0">
              <a:ln>
                <a:noFill/>
              </a:ln>
              <a:solidFill>
                <a:prstClr val="black"/>
              </a:solidFill>
              <a:effectLst/>
              <a:uLnTx/>
              <a:uFillTx/>
              <a:latin typeface="Arial Black"/>
              <a:ea typeface="DejaVu Sans"/>
              <a:cs typeface="DejaVu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1" normalizeH="0" baseline="0" noProof="0">
              <a:ln>
                <a:noFill/>
              </a:ln>
              <a:solidFill>
                <a:prstClr val="black"/>
              </a:solidFill>
              <a:effectLst/>
              <a:uLnTx/>
              <a:uFillTx/>
              <a:latin typeface="Arial Black"/>
              <a:ea typeface="DejaVu Sans"/>
              <a:cs typeface="DejaVu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1" normalizeH="0" baseline="0" noProof="0">
              <a:ln>
                <a:noFill/>
              </a:ln>
              <a:solidFill>
                <a:prstClr val="black"/>
              </a:solidFill>
              <a:effectLst/>
              <a:uLnTx/>
              <a:uFillTx/>
              <a:latin typeface="Arial Black"/>
              <a:ea typeface="DejaVu Sans"/>
              <a:cs typeface="DejaVu Sans"/>
            </a:endParaRPr>
          </a:p>
        </p:txBody>
      </p:sp>
      <p:sp>
        <p:nvSpPr>
          <p:cNvPr id="212" name="TextShape 3"/>
          <p:cNvSpPr txBox="1"/>
          <p:nvPr/>
        </p:nvSpPr>
        <p:spPr>
          <a:xfrm>
            <a:off x="2296560" y="2038507"/>
            <a:ext cx="5486879" cy="1198875"/>
          </a:xfrm>
          <a:prstGeom prst="rect">
            <a:avLst/>
          </a:prstGeom>
          <a:noFill/>
          <a:ln>
            <a:noFill/>
          </a:ln>
        </p:spPr>
        <p:txBody>
          <a:bodyPr wrap="square" lIns="90000" tIns="45000" rIns="90000" bIns="450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600" spc="-1">
                <a:solidFill>
                  <a:prstClr val="black"/>
                </a:solidFill>
                <a:latin typeface="Arial Black" panose="020B0A04020102020204" pitchFamily="34" charset="0"/>
                <a:ea typeface="DejaVu Sans"/>
                <a:cs typeface="DejaVu Sans"/>
              </a:rPr>
              <a:t>1 Corinthians 14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3600" spc="-1">
                <a:solidFill>
                  <a:prstClr val="black"/>
                </a:solidFill>
                <a:latin typeface="Arial Black" panose="020B0A04020102020204" pitchFamily="34" charset="0"/>
                <a:ea typeface="DejaVu Sans"/>
                <a:cs typeface="DejaVu Sans"/>
              </a:rPr>
              <a:t>Page 960</a:t>
            </a:r>
          </a:p>
        </p:txBody>
      </p:sp>
    </p:spTree>
    <p:extLst>
      <p:ext uri="{BB962C8B-B14F-4D97-AF65-F5344CB8AC3E}">
        <p14:creationId xmlns:p14="http://schemas.microsoft.com/office/powerpoint/2010/main" val="79931294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0A932-4075-29E3-E43F-C0DAED0E106E}"/>
            </a:ext>
          </a:extLst>
        </p:cNvPr>
        <p:cNvGrpSpPr/>
        <p:nvPr/>
      </p:nvGrpSpPr>
      <p:grpSpPr>
        <a:xfrm>
          <a:off x="0" y="0"/>
          <a:ext cx="0" cy="0"/>
          <a:chOff x="0" y="0"/>
          <a:chExt cx="0" cy="0"/>
        </a:xfrm>
      </p:grpSpPr>
      <p:sp>
        <p:nvSpPr>
          <p:cNvPr id="211" name="TextShape 2">
            <a:extLst>
              <a:ext uri="{FF2B5EF4-FFF2-40B4-BE49-F238E27FC236}">
                <a16:creationId xmlns:a16="http://schemas.microsoft.com/office/drawing/2014/main" id="{40DB6B73-B653-4B4E-4901-F3D9F5FFB6A2}"/>
              </a:ext>
            </a:extLst>
          </p:cNvPr>
          <p:cNvSpPr txBox="1"/>
          <p:nvPr/>
        </p:nvSpPr>
        <p:spPr>
          <a:xfrm>
            <a:off x="397041" y="1267778"/>
            <a:ext cx="9683583" cy="4506298"/>
          </a:xfrm>
          <a:prstGeom prst="rect">
            <a:avLst/>
          </a:prstGeom>
          <a:solidFill>
            <a:srgbClr val="FFFFFF"/>
          </a:solidFill>
          <a:ln>
            <a:noFill/>
          </a:ln>
        </p:spPr>
        <p:txBody>
          <a:bodyPr lIns="0" tIns="0" rIns="0" bIns="0">
            <a:norm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O praise, you servants of the LORD;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Sing praises to his holy name.</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O </a:t>
            </a:r>
            <a:r>
              <a:rPr kumimoji="0" lang="en-US" sz="3200" b="0" i="0" u="none" strike="noStrike" kern="1200" cap="none" spc="-1" normalizeH="0" baseline="0" noProof="0" err="1">
                <a:ln>
                  <a:noFill/>
                </a:ln>
                <a:solidFill>
                  <a:prstClr val="black"/>
                </a:solidFill>
                <a:effectLst/>
                <a:uLnTx/>
                <a:uFillTx/>
                <a:latin typeface="Arial Black"/>
                <a:ea typeface="DejaVu Sans"/>
                <a:cs typeface="DejaVu Sans"/>
              </a:rPr>
              <a:t>blessèd</a:t>
            </a: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 be the name of God;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His praise for evermore proclaim.</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From east to west the praise of God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Each day is to be spread abroad.</a:t>
            </a:r>
            <a:endParaRPr kumimoji="0" lang="en-GB" sz="3200" b="0" i="0" u="none" strike="noStrike" kern="1200" cap="none" spc="-1" normalizeH="0" baseline="0" noProof="0">
              <a:ln>
                <a:noFill/>
              </a:ln>
              <a:solidFill>
                <a:prstClr val="black"/>
              </a:solidFill>
              <a:effectLst/>
              <a:uLnTx/>
              <a:uFillTx/>
              <a:latin typeface="Arial Black"/>
              <a:ea typeface="DejaVu Sans"/>
              <a:cs typeface="DejaVu Sans"/>
            </a:endParaRPr>
          </a:p>
        </p:txBody>
      </p:sp>
      <p:sp>
        <p:nvSpPr>
          <p:cNvPr id="3" name="TextShape 1">
            <a:extLst>
              <a:ext uri="{FF2B5EF4-FFF2-40B4-BE49-F238E27FC236}">
                <a16:creationId xmlns:a16="http://schemas.microsoft.com/office/drawing/2014/main" id="{F58194C4-339C-B723-AA96-8A87C9000EE7}"/>
              </a:ext>
            </a:extLst>
          </p:cNvPr>
          <p:cNvSpPr txBox="1"/>
          <p:nvPr/>
        </p:nvSpPr>
        <p:spPr>
          <a:xfrm>
            <a:off x="504000" y="388646"/>
            <a:ext cx="9072000" cy="677108"/>
          </a:xfrm>
          <a:prstGeom prst="rect">
            <a:avLst/>
          </a:prstGeom>
          <a:noFill/>
          <a:ln>
            <a:noFill/>
          </a:ln>
        </p:spPr>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4400" i="1" spc="-1">
                <a:solidFill>
                  <a:schemeClr val="accent1"/>
                </a:solidFill>
                <a:latin typeface="Times New Roman"/>
                <a:ea typeface="DejaVu Sans"/>
                <a:cs typeface="DejaVu Sans"/>
              </a:rPr>
              <a:t>Psalm 113</a:t>
            </a:r>
            <a:endParaRPr kumimoji="0" lang="en-GB" sz="4400" b="1" i="0" u="none" strike="noStrike" kern="1200" cap="none" spc="-1" normalizeH="0" baseline="0" noProof="0">
              <a:ln>
                <a:noFill/>
              </a:ln>
              <a:solidFill>
                <a:schemeClr val="accent1"/>
              </a:solidFill>
              <a:effectLst/>
              <a:uLnTx/>
              <a:uFillTx/>
              <a:latin typeface="Goudy Old Style"/>
              <a:ea typeface="DejaVu Sans"/>
              <a:cs typeface="DejaVu Sans"/>
            </a:endParaRPr>
          </a:p>
        </p:txBody>
      </p:sp>
    </p:spTree>
    <p:extLst>
      <p:ext uri="{BB962C8B-B14F-4D97-AF65-F5344CB8AC3E}">
        <p14:creationId xmlns:p14="http://schemas.microsoft.com/office/powerpoint/2010/main" val="36811018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BBEEF-FE48-AC19-6E32-64097C94A201}"/>
            </a:ext>
          </a:extLst>
        </p:cNvPr>
        <p:cNvGrpSpPr/>
        <p:nvPr/>
      </p:nvGrpSpPr>
      <p:grpSpPr>
        <a:xfrm>
          <a:off x="0" y="0"/>
          <a:ext cx="0" cy="0"/>
          <a:chOff x="0" y="0"/>
          <a:chExt cx="0" cy="0"/>
        </a:xfrm>
      </p:grpSpPr>
      <p:sp>
        <p:nvSpPr>
          <p:cNvPr id="211" name="TextShape 2">
            <a:extLst>
              <a:ext uri="{FF2B5EF4-FFF2-40B4-BE49-F238E27FC236}">
                <a16:creationId xmlns:a16="http://schemas.microsoft.com/office/drawing/2014/main" id="{95B39187-25C0-DC05-B500-3B69BB3D30CF}"/>
              </a:ext>
            </a:extLst>
          </p:cNvPr>
          <p:cNvSpPr txBox="1"/>
          <p:nvPr/>
        </p:nvSpPr>
        <p:spPr>
          <a:xfrm>
            <a:off x="397041" y="1267778"/>
            <a:ext cx="9683583" cy="4506298"/>
          </a:xfrm>
          <a:prstGeom prst="rect">
            <a:avLst/>
          </a:prstGeom>
          <a:solidFill>
            <a:srgbClr val="FFFFFF"/>
          </a:solidFill>
          <a:ln>
            <a:noFill/>
          </a:ln>
        </p:spPr>
        <p:txBody>
          <a:bodyPr lIns="0" tIns="0" rIns="0" bIns="0">
            <a:norm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The LORD is high above the earth,</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His glory far above the sky.</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Who else is like the LORD our God,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The one who sits enthroned on high?</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He is the one who stoops down low</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To look on </a:t>
            </a:r>
            <a:r>
              <a:rPr kumimoji="0" lang="en-US" sz="3200" b="0" i="0" u="none" strike="noStrike" kern="1200" cap="none" spc="-1" normalizeH="0" baseline="0" noProof="0" err="1">
                <a:ln>
                  <a:noFill/>
                </a:ln>
                <a:solidFill>
                  <a:prstClr val="black"/>
                </a:solidFill>
                <a:effectLst/>
                <a:uLnTx/>
                <a:uFillTx/>
                <a:latin typeface="Arial Black"/>
                <a:ea typeface="DejaVu Sans"/>
                <a:cs typeface="DejaVu Sans"/>
              </a:rPr>
              <a:t>heav’n</a:t>
            </a: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 and earth below.</a:t>
            </a:r>
          </a:p>
        </p:txBody>
      </p:sp>
      <p:sp>
        <p:nvSpPr>
          <p:cNvPr id="3" name="TextShape 1">
            <a:extLst>
              <a:ext uri="{FF2B5EF4-FFF2-40B4-BE49-F238E27FC236}">
                <a16:creationId xmlns:a16="http://schemas.microsoft.com/office/drawing/2014/main" id="{F1E4AB0E-995F-F475-F739-DBF7EF8EE8CE}"/>
              </a:ext>
            </a:extLst>
          </p:cNvPr>
          <p:cNvSpPr txBox="1"/>
          <p:nvPr/>
        </p:nvSpPr>
        <p:spPr>
          <a:xfrm>
            <a:off x="504000" y="388646"/>
            <a:ext cx="9072000" cy="677108"/>
          </a:xfrm>
          <a:prstGeom prst="rect">
            <a:avLst/>
          </a:prstGeom>
          <a:noFill/>
          <a:ln>
            <a:noFill/>
          </a:ln>
        </p:spPr>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4400" i="1" spc="-1">
                <a:solidFill>
                  <a:schemeClr val="accent1"/>
                </a:solidFill>
                <a:latin typeface="Times New Roman"/>
                <a:ea typeface="DejaVu Sans"/>
                <a:cs typeface="DejaVu Sans"/>
              </a:rPr>
              <a:t>Psalm 113</a:t>
            </a:r>
            <a:endParaRPr kumimoji="0" lang="en-GB" sz="4400" b="1" i="0" u="none" strike="noStrike" kern="1200" cap="none" spc="-1" normalizeH="0" baseline="0" noProof="0">
              <a:ln>
                <a:noFill/>
              </a:ln>
              <a:solidFill>
                <a:schemeClr val="accent1"/>
              </a:solidFill>
              <a:effectLst/>
              <a:uLnTx/>
              <a:uFillTx/>
              <a:latin typeface="Goudy Old Style"/>
              <a:ea typeface="DejaVu Sans"/>
              <a:cs typeface="DejaVu Sans"/>
            </a:endParaRPr>
          </a:p>
        </p:txBody>
      </p:sp>
    </p:spTree>
    <p:extLst>
      <p:ext uri="{BB962C8B-B14F-4D97-AF65-F5344CB8AC3E}">
        <p14:creationId xmlns:p14="http://schemas.microsoft.com/office/powerpoint/2010/main" val="123571510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F3C7C-4E9B-F52E-36E6-DBA6BEEDFBAA}"/>
            </a:ext>
          </a:extLst>
        </p:cNvPr>
        <p:cNvGrpSpPr/>
        <p:nvPr/>
      </p:nvGrpSpPr>
      <p:grpSpPr>
        <a:xfrm>
          <a:off x="0" y="0"/>
          <a:ext cx="0" cy="0"/>
          <a:chOff x="0" y="0"/>
          <a:chExt cx="0" cy="0"/>
        </a:xfrm>
      </p:grpSpPr>
      <p:sp>
        <p:nvSpPr>
          <p:cNvPr id="211" name="TextShape 2">
            <a:extLst>
              <a:ext uri="{FF2B5EF4-FFF2-40B4-BE49-F238E27FC236}">
                <a16:creationId xmlns:a16="http://schemas.microsoft.com/office/drawing/2014/main" id="{7E2DCB35-6972-F0DC-03E4-88EC9DD8D08B}"/>
              </a:ext>
            </a:extLst>
          </p:cNvPr>
          <p:cNvSpPr txBox="1"/>
          <p:nvPr/>
        </p:nvSpPr>
        <p:spPr>
          <a:xfrm>
            <a:off x="397041" y="1267778"/>
            <a:ext cx="9683583" cy="4506298"/>
          </a:xfrm>
          <a:prstGeom prst="rect">
            <a:avLst/>
          </a:prstGeom>
          <a:solidFill>
            <a:srgbClr val="FFFFFF"/>
          </a:solidFill>
          <a:ln>
            <a:noFill/>
          </a:ln>
        </p:spPr>
        <p:txBody>
          <a:bodyPr lIns="0" tIns="0" rIns="0" bIns="0">
            <a:norm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He raises outcasts from the dust</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And from the ash-heap lifts the poor,</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Exalting them to dignity,</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With noblemen to sit secure.</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The childless woman he’ll reward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a:ln>
                  <a:noFill/>
                </a:ln>
                <a:solidFill>
                  <a:prstClr val="black"/>
                </a:solidFill>
                <a:effectLst/>
                <a:uLnTx/>
                <a:uFillTx/>
                <a:latin typeface="Arial Black"/>
                <a:ea typeface="DejaVu Sans"/>
                <a:cs typeface="DejaVu Sans"/>
              </a:rPr>
              <a:t>With home and children.  Praise the LORD!</a:t>
            </a:r>
          </a:p>
        </p:txBody>
      </p:sp>
      <p:sp>
        <p:nvSpPr>
          <p:cNvPr id="3" name="TextShape 1">
            <a:extLst>
              <a:ext uri="{FF2B5EF4-FFF2-40B4-BE49-F238E27FC236}">
                <a16:creationId xmlns:a16="http://schemas.microsoft.com/office/drawing/2014/main" id="{B72D7970-0E8B-3F9D-E23E-254828B450DE}"/>
              </a:ext>
            </a:extLst>
          </p:cNvPr>
          <p:cNvSpPr txBox="1"/>
          <p:nvPr/>
        </p:nvSpPr>
        <p:spPr>
          <a:xfrm>
            <a:off x="504000" y="388646"/>
            <a:ext cx="9072000" cy="677108"/>
          </a:xfrm>
          <a:prstGeom prst="rect">
            <a:avLst/>
          </a:prstGeom>
          <a:noFill/>
          <a:ln>
            <a:noFill/>
          </a:ln>
        </p:spPr>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4400" i="1" spc="-1">
                <a:solidFill>
                  <a:schemeClr val="accent1"/>
                </a:solidFill>
                <a:latin typeface="Times New Roman"/>
                <a:ea typeface="DejaVu Sans"/>
                <a:cs typeface="DejaVu Sans"/>
              </a:rPr>
              <a:t>Psalm 113</a:t>
            </a:r>
            <a:endParaRPr kumimoji="0" lang="en-GB" sz="4400" b="1" i="0" u="none" strike="noStrike" kern="1200" cap="none" spc="-1" normalizeH="0" baseline="0" noProof="0">
              <a:ln>
                <a:noFill/>
              </a:ln>
              <a:solidFill>
                <a:schemeClr val="accent1"/>
              </a:solidFill>
              <a:effectLst/>
              <a:uLnTx/>
              <a:uFillTx/>
              <a:latin typeface="Goudy Old Style"/>
              <a:ea typeface="DejaVu Sans"/>
              <a:cs typeface="DejaVu Sans"/>
            </a:endParaRPr>
          </a:p>
        </p:txBody>
      </p:sp>
    </p:spTree>
    <p:extLst>
      <p:ext uri="{BB962C8B-B14F-4D97-AF65-F5344CB8AC3E}">
        <p14:creationId xmlns:p14="http://schemas.microsoft.com/office/powerpoint/2010/main" val="107645796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Shape 1">
            <a:extLst>
              <a:ext uri="{FF2B5EF4-FFF2-40B4-BE49-F238E27FC236}">
                <a16:creationId xmlns:a16="http://schemas.microsoft.com/office/drawing/2014/main" id="{B9B9C5C8-2CE6-6F58-FC1E-90CADD6AD890}"/>
              </a:ext>
            </a:extLst>
          </p:cNvPr>
          <p:cNvSpPr txBox="1">
            <a:spLocks noChangeArrowheads="1"/>
          </p:cNvSpPr>
          <p:nvPr/>
        </p:nvSpPr>
        <p:spPr bwMode="auto">
          <a:xfrm>
            <a:off x="504825" y="288133"/>
            <a:ext cx="907256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DejaVu Sans" panose="020B06030308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DejaVu Sans" panose="020B06030308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DejaVu Sans" panose="020B06030308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altLang="en-US" sz="4400" b="0" i="1" u="none" strike="noStrike" kern="1200" cap="none" spc="0" normalizeH="0" baseline="0" noProof="0">
                <a:ln>
                  <a:noFill/>
                </a:ln>
                <a:solidFill>
                  <a:schemeClr val="accent1"/>
                </a:solidFill>
                <a:effectLst/>
                <a:uLnTx/>
                <a:uFillTx/>
                <a:latin typeface="Times New Roman" panose="02020603050405020304" pitchFamily="18" charset="0"/>
              </a:rPr>
              <a:t>Heidelberg Catechism</a:t>
            </a:r>
            <a:endParaRPr kumimoji="0" lang="en-GB" altLang="en-US" sz="4400" b="0" i="0" u="none" strike="noStrike" kern="1200" cap="none" spc="0" normalizeH="0" baseline="0" noProof="0">
              <a:ln>
                <a:noFill/>
              </a:ln>
              <a:solidFill>
                <a:schemeClr val="accent1"/>
              </a:solidFill>
              <a:effectLst/>
              <a:uLnTx/>
              <a:uFillTx/>
              <a:latin typeface="Goudy Old Style" panose="02020502050305020303" pitchFamily="18" charset="0"/>
            </a:endParaRPr>
          </a:p>
        </p:txBody>
      </p:sp>
      <p:sp>
        <p:nvSpPr>
          <p:cNvPr id="71684" name="TextShape 3">
            <a:extLst>
              <a:ext uri="{FF2B5EF4-FFF2-40B4-BE49-F238E27FC236}">
                <a16:creationId xmlns:a16="http://schemas.microsoft.com/office/drawing/2014/main" id="{EF6C3C86-324A-4B00-43B2-278BE71CC8B9}"/>
              </a:ext>
            </a:extLst>
          </p:cNvPr>
          <p:cNvSpPr txBox="1">
            <a:spLocks noChangeArrowheads="1"/>
          </p:cNvSpPr>
          <p:nvPr/>
        </p:nvSpPr>
        <p:spPr bwMode="auto">
          <a:xfrm>
            <a:off x="154003" y="964408"/>
            <a:ext cx="9702265" cy="239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5000" rIns="90000" bIns="45000">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cs typeface="DejaVu Sans" panose="020B06030308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cs typeface="DejaVu Sans" panose="020B06030308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cs typeface="DejaVu Sans" panose="020B06030308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cs typeface="DejaVu Sans" panose="020B0603030804020204" pitchFamily="34" charset="0"/>
              </a:defRPr>
            </a:lvl9pPr>
          </a:lstStyle>
          <a:p>
            <a:pPr lvl="0" algn="ctr" fontAlgn="base">
              <a:lnSpc>
                <a:spcPct val="100000"/>
              </a:lnSpc>
              <a:spcBef>
                <a:spcPct val="0"/>
              </a:spcBef>
              <a:spcAft>
                <a:spcPct val="0"/>
              </a:spcAft>
              <a:buNone/>
              <a:defRPr/>
            </a:pPr>
            <a:r>
              <a:rPr lang="en-US" altLang="en-US" sz="3000" b="1">
                <a:solidFill>
                  <a:schemeClr val="accent1"/>
                </a:solidFill>
              </a:rPr>
              <a:t>Q.116  What did God command us to pray for?</a:t>
            </a:r>
          </a:p>
          <a:p>
            <a:pPr lvl="0" algn="ctr" fontAlgn="base">
              <a:lnSpc>
                <a:spcPct val="100000"/>
              </a:lnSpc>
              <a:spcBef>
                <a:spcPct val="0"/>
              </a:spcBef>
              <a:spcAft>
                <a:spcPct val="0"/>
              </a:spcAft>
              <a:buNone/>
              <a:defRPr/>
            </a:pPr>
            <a:endParaRPr lang="en-US" altLang="en-US" sz="3000" b="1">
              <a:solidFill>
                <a:schemeClr val="accent1"/>
              </a:solidFill>
            </a:endParaRPr>
          </a:p>
          <a:p>
            <a:pPr lvl="0" algn="ctr" fontAlgn="base">
              <a:lnSpc>
                <a:spcPct val="100000"/>
              </a:lnSpc>
              <a:spcBef>
                <a:spcPct val="0"/>
              </a:spcBef>
              <a:spcAft>
                <a:spcPct val="0"/>
              </a:spcAft>
              <a:buNone/>
              <a:defRPr/>
            </a:pPr>
            <a:r>
              <a:rPr lang="en-US" altLang="en-US" sz="3000" b="1"/>
              <a:t>A. Everything we need, spiritually and physically,</a:t>
            </a:r>
          </a:p>
          <a:p>
            <a:pPr lvl="0" algn="ctr" fontAlgn="base">
              <a:lnSpc>
                <a:spcPct val="100000"/>
              </a:lnSpc>
              <a:spcBef>
                <a:spcPct val="0"/>
              </a:spcBef>
              <a:spcAft>
                <a:spcPct val="0"/>
              </a:spcAft>
              <a:buNone/>
              <a:defRPr/>
            </a:pPr>
            <a:r>
              <a:rPr lang="en-US" altLang="en-US" sz="3000" b="1"/>
              <a:t>as embraced in the prayer</a:t>
            </a:r>
          </a:p>
          <a:p>
            <a:pPr lvl="0" algn="ctr" fontAlgn="base">
              <a:lnSpc>
                <a:spcPct val="100000"/>
              </a:lnSpc>
              <a:spcBef>
                <a:spcPct val="0"/>
              </a:spcBef>
              <a:spcAft>
                <a:spcPct val="0"/>
              </a:spcAft>
              <a:buNone/>
              <a:defRPr/>
            </a:pPr>
            <a:r>
              <a:rPr lang="en-US" altLang="en-US" sz="3000" b="1"/>
              <a:t>Christ our Lord himself taught us.</a:t>
            </a:r>
          </a:p>
        </p:txBody>
      </p:sp>
    </p:spTree>
    <p:extLst>
      <p:ext uri="{BB962C8B-B14F-4D97-AF65-F5344CB8AC3E}">
        <p14:creationId xmlns:p14="http://schemas.microsoft.com/office/powerpoint/2010/main" val="260238685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xtShape 1"/>
          <p:cNvSpPr txBox="1"/>
          <p:nvPr/>
        </p:nvSpPr>
        <p:spPr>
          <a:xfrm>
            <a:off x="504000" y="50092"/>
            <a:ext cx="9072000" cy="1354217"/>
          </a:xfrm>
          <a:prstGeom prst="rect">
            <a:avLst/>
          </a:prstGeom>
          <a:noFill/>
          <a:ln>
            <a:noFill/>
          </a:ln>
        </p:spPr>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DejaVu Sans"/>
                <a:cs typeface="DejaVu Sans"/>
              </a:rPr>
              <a:t>Bible Reading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DejaVu Sans"/>
                <a:cs typeface="DejaVu Sans"/>
              </a:rPr>
              <a:t>&amp; Sermon</a:t>
            </a:r>
            <a:endParaRPr kumimoji="0" lang="en-GB" sz="4400" b="1" i="0" u="none" strike="noStrike" kern="1200" cap="none" spc="-1" normalizeH="0" baseline="0" noProof="0">
              <a:ln>
                <a:noFill/>
              </a:ln>
              <a:solidFill>
                <a:schemeClr val="accent1"/>
              </a:solidFill>
              <a:effectLst/>
              <a:uLnTx/>
              <a:uFillTx/>
              <a:latin typeface="Goudy Old Style"/>
              <a:ea typeface="DejaVu Sans"/>
              <a:cs typeface="DejaVu Sans"/>
            </a:endParaRPr>
          </a:p>
        </p:txBody>
      </p:sp>
      <p:sp>
        <p:nvSpPr>
          <p:cNvPr id="211" name="TextShape 2"/>
          <p:cNvSpPr txBox="1"/>
          <p:nvPr/>
        </p:nvSpPr>
        <p:spPr>
          <a:xfrm>
            <a:off x="504000" y="1627593"/>
            <a:ext cx="9072000" cy="2823026"/>
          </a:xfrm>
          <a:prstGeom prst="rect">
            <a:avLst/>
          </a:prstGeom>
          <a:solidFill>
            <a:srgbClr val="FFFFFF"/>
          </a:solidFill>
          <a:ln>
            <a:noFill/>
          </a:ln>
        </p:spPr>
        <p:txBody>
          <a:bodyPr lIns="0" tIns="0" rIns="0" bIns="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1" normalizeH="0" baseline="0" noProof="0">
              <a:ln>
                <a:noFill/>
              </a:ln>
              <a:solidFill>
                <a:prstClr val="black"/>
              </a:solidFill>
              <a:effectLst/>
              <a:uLnTx/>
              <a:uFillTx/>
              <a:latin typeface="Arial Black"/>
              <a:ea typeface="DejaVu Sans"/>
              <a:cs typeface="DejaVu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1" normalizeH="0" baseline="0" noProof="0">
              <a:ln>
                <a:noFill/>
              </a:ln>
              <a:solidFill>
                <a:prstClr val="black"/>
              </a:solidFill>
              <a:effectLst/>
              <a:uLnTx/>
              <a:uFillTx/>
              <a:latin typeface="Arial Black"/>
              <a:ea typeface="DejaVu Sans"/>
              <a:cs typeface="DejaVu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1" normalizeH="0" baseline="0" noProof="0">
              <a:ln>
                <a:noFill/>
              </a:ln>
              <a:solidFill>
                <a:prstClr val="black"/>
              </a:solidFill>
              <a:effectLst/>
              <a:uLnTx/>
              <a:uFillTx/>
              <a:latin typeface="Arial Black"/>
              <a:ea typeface="DejaVu Sans"/>
              <a:cs typeface="DejaVu Sans"/>
            </a:endParaRPr>
          </a:p>
        </p:txBody>
      </p:sp>
      <p:sp>
        <p:nvSpPr>
          <p:cNvPr id="212" name="TextShape 3"/>
          <p:cNvSpPr txBox="1"/>
          <p:nvPr/>
        </p:nvSpPr>
        <p:spPr>
          <a:xfrm>
            <a:off x="2296560" y="2846582"/>
            <a:ext cx="5486879" cy="1198875"/>
          </a:xfrm>
          <a:prstGeom prst="rect">
            <a:avLst/>
          </a:prstGeom>
          <a:noFill/>
          <a:ln>
            <a:noFill/>
          </a:ln>
        </p:spPr>
        <p:txBody>
          <a:bodyPr wrap="square" lIns="90000" tIns="45000" rIns="90000" bIns="45000">
            <a:spAutoFit/>
          </a:bodyPr>
          <a:lstStyle/>
          <a:p>
            <a:pPr lvl="0" algn="ctr">
              <a:defRPr/>
            </a:pPr>
            <a:r>
              <a:rPr lang="en-GB" sz="3600" spc="-1">
                <a:solidFill>
                  <a:prstClr val="black"/>
                </a:solidFill>
                <a:latin typeface="Arial Black" panose="020B0A04020102020204" pitchFamily="34" charset="0"/>
                <a:ea typeface="DejaVu Sans"/>
                <a:cs typeface="DejaVu Sans"/>
              </a:rPr>
              <a:t>Genesis 21</a:t>
            </a:r>
          </a:p>
          <a:p>
            <a:pPr lvl="0" algn="ctr">
              <a:defRPr/>
            </a:pPr>
            <a:r>
              <a:rPr lang="en-GB" sz="3600" spc="-1">
                <a:solidFill>
                  <a:prstClr val="black"/>
                </a:solidFill>
                <a:latin typeface="Arial Black" panose="020B0A04020102020204" pitchFamily="34" charset="0"/>
                <a:ea typeface="DejaVu Sans"/>
                <a:cs typeface="DejaVu Sans"/>
              </a:rPr>
              <a:t>Page 15</a:t>
            </a:r>
          </a:p>
        </p:txBody>
      </p:sp>
    </p:spTree>
    <p:extLst>
      <p:ext uri="{BB962C8B-B14F-4D97-AF65-F5344CB8AC3E}">
        <p14:creationId xmlns:p14="http://schemas.microsoft.com/office/powerpoint/2010/main" val="53181519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0AFB6-449E-FC07-34DD-420759BFB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8C7BF-CEC6-D23E-D498-E77534F02E43}"/>
              </a:ext>
            </a:extLst>
          </p:cNvPr>
          <p:cNvSpPr>
            <a:spLocks noGrp="1"/>
          </p:cNvSpPr>
          <p:nvPr>
            <p:ph type="title"/>
          </p:nvPr>
        </p:nvSpPr>
        <p:spPr>
          <a:xfrm>
            <a:off x="504312" y="280055"/>
            <a:ext cx="9072000" cy="751303"/>
          </a:xfrm>
        </p:spPr>
        <p:txBody>
          <a:bodyPr/>
          <a:lstStyle/>
          <a:p>
            <a:pPr algn="ctr" eaLnBrk="1" fontAlgn="auto">
              <a:spcBef>
                <a:spcPts val="0"/>
              </a:spcBef>
              <a:spcAft>
                <a:spcPts val="0"/>
              </a:spcAft>
              <a:defRPr/>
            </a:pPr>
            <a:r>
              <a:rPr lang="en-GB" sz="4400" i="1">
                <a:solidFill>
                  <a:schemeClr val="accent1"/>
                </a:solidFill>
                <a:latin typeface="Times New Roman" panose="02020603050405020304" pitchFamily="18" charset="0"/>
              </a:rPr>
              <a:t>God of the Covenant</a:t>
            </a:r>
            <a:endParaRPr lang="en-GB">
              <a:solidFill>
                <a:schemeClr val="accent1"/>
              </a:solidFill>
            </a:endParaRPr>
          </a:p>
        </p:txBody>
      </p:sp>
      <p:sp>
        <p:nvSpPr>
          <p:cNvPr id="3" name="Text Placeholder 2">
            <a:extLst>
              <a:ext uri="{FF2B5EF4-FFF2-40B4-BE49-F238E27FC236}">
                <a16:creationId xmlns:a16="http://schemas.microsoft.com/office/drawing/2014/main" id="{915EDCF4-8375-2612-DB8A-018F14EB15A7}"/>
              </a:ext>
            </a:extLst>
          </p:cNvPr>
          <p:cNvSpPr txBox="1">
            <a:spLocks/>
          </p:cNvSpPr>
          <p:nvPr/>
        </p:nvSpPr>
        <p:spPr>
          <a:xfrm>
            <a:off x="0" y="1295400"/>
            <a:ext cx="10228521" cy="5113338"/>
          </a:xfrm>
          <a:prstGeom prst="rect">
            <a:avLst/>
          </a:prstGeom>
          <a:noFill/>
          <a:ln>
            <a:noFill/>
          </a:ln>
        </p:spPr>
        <p:txBody>
          <a:bodyPr lIns="0" tIns="0" rIns="0" bIns="0">
            <a:normAutofit fontScale="92500" lnSpcReduction="20000"/>
          </a:bodyPr>
          <a:lstStyle>
            <a:lvl1pPr marL="0" marR="0" indent="0" algn="l" hangingPunct="0">
              <a:lnSpc>
                <a:spcPct val="100000"/>
              </a:lnSpc>
              <a:spcBef>
                <a:spcPts val="1417"/>
              </a:spcBef>
              <a:spcAft>
                <a:spcPts val="0"/>
              </a:spcAft>
              <a:tabLst/>
              <a:defRPr lang="en-US" sz="1400" b="0" i="0" u="none" strike="noStrike" kern="1200" cap="none" spc="0" baseline="0">
                <a:ln>
                  <a:noFill/>
                </a:ln>
                <a:solidFill>
                  <a:srgbClr val="000000"/>
                </a:solidFill>
                <a:highlight>
                  <a:scrgbClr r="0" g="0" b="0">
                    <a:alpha val="0"/>
                  </a:scrgbClr>
                </a:highlight>
                <a:latin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God of the covenant, Triune Jehovah,</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Marvels of mercy adoring we see;</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Seekers of souls, in the counsels eternal</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Binding Thy lost ones for ever to Thee.</a:t>
            </a:r>
          </a:p>
          <a:p>
            <a:pPr marL="360000" marR="360000" eaLnBrk="1" fontAlgn="auto">
              <a:lnSpc>
                <a:spcPct val="115000"/>
              </a:lnSpc>
              <a:spcBef>
                <a:spcPts val="0"/>
              </a:spcBef>
              <a:buFont typeface="StarSymbol"/>
              <a:buNone/>
              <a:defRPr/>
            </a:pPr>
            <a:endParaRPr lang="en-US" sz="3200" b="1">
              <a:solidFill>
                <a:sysClr val="windowText" lastClr="000000"/>
              </a:solidFill>
              <a:latin typeface="Arial Black" panose="020B0A04020102020204" pitchFamily="34" charset="0"/>
            </a:endParaRP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Not now by words bringing death to transgressors</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Grace unto life the new covenant brings,</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Jesus our Surety, our Kinsman Redeemer,</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Round us the robe of His righteousness flings.</a:t>
            </a:r>
          </a:p>
        </p:txBody>
      </p:sp>
    </p:spTree>
    <p:extLst>
      <p:ext uri="{BB962C8B-B14F-4D97-AF65-F5344CB8AC3E}">
        <p14:creationId xmlns:p14="http://schemas.microsoft.com/office/powerpoint/2010/main" val="1554828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0DFE-486F-B6B6-AB31-50E53E3D7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7D4EC-C08B-2FB8-CE1D-F16773EE2E2E}"/>
              </a:ext>
            </a:extLst>
          </p:cNvPr>
          <p:cNvSpPr>
            <a:spLocks noGrp="1"/>
          </p:cNvSpPr>
          <p:nvPr>
            <p:ph type="title"/>
          </p:nvPr>
        </p:nvSpPr>
        <p:spPr>
          <a:xfrm>
            <a:off x="504312" y="280055"/>
            <a:ext cx="9072000" cy="751303"/>
          </a:xfrm>
        </p:spPr>
        <p:txBody>
          <a:bodyPr/>
          <a:lstStyle/>
          <a:p>
            <a:pPr algn="ctr" eaLnBrk="1" fontAlgn="auto">
              <a:spcBef>
                <a:spcPts val="0"/>
              </a:spcBef>
              <a:spcAft>
                <a:spcPts val="0"/>
              </a:spcAft>
              <a:defRPr/>
            </a:pPr>
            <a:r>
              <a:rPr lang="en-GB" sz="4400" i="1">
                <a:solidFill>
                  <a:schemeClr val="accent1"/>
                </a:solidFill>
                <a:latin typeface="Times New Roman" panose="02020603050405020304" pitchFamily="18" charset="0"/>
              </a:rPr>
              <a:t>God of the Covenant</a:t>
            </a:r>
            <a:endParaRPr lang="en-GB">
              <a:solidFill>
                <a:schemeClr val="accent1"/>
              </a:solidFill>
            </a:endParaRPr>
          </a:p>
        </p:txBody>
      </p:sp>
      <p:sp>
        <p:nvSpPr>
          <p:cNvPr id="3" name="Text Placeholder 2">
            <a:extLst>
              <a:ext uri="{FF2B5EF4-FFF2-40B4-BE49-F238E27FC236}">
                <a16:creationId xmlns:a16="http://schemas.microsoft.com/office/drawing/2014/main" id="{A288D59A-5FAB-CE2B-25BF-4ED1D70BCF3B}"/>
              </a:ext>
            </a:extLst>
          </p:cNvPr>
          <p:cNvSpPr txBox="1">
            <a:spLocks/>
          </p:cNvSpPr>
          <p:nvPr/>
        </p:nvSpPr>
        <p:spPr>
          <a:xfrm>
            <a:off x="0" y="1295400"/>
            <a:ext cx="10228521" cy="5113338"/>
          </a:xfrm>
          <a:prstGeom prst="rect">
            <a:avLst/>
          </a:prstGeom>
          <a:noFill/>
          <a:ln>
            <a:noFill/>
          </a:ln>
        </p:spPr>
        <p:txBody>
          <a:bodyPr lIns="0" tIns="0" rIns="0" bIns="0">
            <a:normAutofit fontScale="92500" lnSpcReduction="10000"/>
          </a:bodyPr>
          <a:lstStyle>
            <a:lvl1pPr marL="0" marR="0" indent="0" algn="l" hangingPunct="0">
              <a:lnSpc>
                <a:spcPct val="100000"/>
              </a:lnSpc>
              <a:spcBef>
                <a:spcPts val="1417"/>
              </a:spcBef>
              <a:spcAft>
                <a:spcPts val="0"/>
              </a:spcAft>
              <a:tabLst/>
              <a:defRPr lang="en-US" sz="1400" b="0" i="0" u="none" strike="noStrike" kern="1200" cap="none" spc="0" baseline="0">
                <a:ln>
                  <a:noFill/>
                </a:ln>
                <a:solidFill>
                  <a:srgbClr val="000000"/>
                </a:solidFill>
                <a:highlight>
                  <a:scrgbClr r="0" g="0" b="0">
                    <a:alpha val="0"/>
                  </a:scrgbClr>
                </a:highlight>
                <a:latin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Blessings on blessings through age unending,</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Covenant fullness in glorious flood;</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Ours is a hope which no mortal can measure,</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Brought in by Jesus and sealed in His blood.</a:t>
            </a:r>
          </a:p>
          <a:p>
            <a:pPr marL="360000" marR="360000" eaLnBrk="1" fontAlgn="auto">
              <a:lnSpc>
                <a:spcPct val="115000"/>
              </a:lnSpc>
              <a:spcBef>
                <a:spcPts val="0"/>
              </a:spcBef>
              <a:buFont typeface="StarSymbol"/>
              <a:buNone/>
              <a:defRPr/>
            </a:pPr>
            <a:endParaRPr lang="en-US" sz="3200" b="1">
              <a:solidFill>
                <a:sysClr val="windowText" lastClr="000000"/>
              </a:solidFill>
              <a:latin typeface="Arial Black" panose="020B0A04020102020204" pitchFamily="34" charset="0"/>
            </a:endParaRP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God of the covenant-changeless, eternal,</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Father, Son, Spirit in blessing agree;</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Thine be the glory, our weakness confessing,</a:t>
            </a:r>
          </a:p>
          <a:p>
            <a:pPr marL="360000" marR="360000" eaLnBrk="1" fontAlgn="auto">
              <a:lnSpc>
                <a:spcPct val="115000"/>
              </a:lnSpc>
              <a:spcBef>
                <a:spcPts val="0"/>
              </a:spcBef>
              <a:buFont typeface="StarSymbol"/>
              <a:buNone/>
              <a:defRPr/>
            </a:pPr>
            <a:r>
              <a:rPr lang="en-US" sz="3200" b="1">
                <a:solidFill>
                  <a:sysClr val="windowText" lastClr="000000"/>
                </a:solidFill>
                <a:latin typeface="Arial Black" panose="020B0A04020102020204" pitchFamily="34" charset="0"/>
              </a:rPr>
              <a:t>Triune Jehovah, we rest upon Thee.</a:t>
            </a:r>
          </a:p>
        </p:txBody>
      </p:sp>
    </p:spTree>
    <p:extLst>
      <p:ext uri="{BB962C8B-B14F-4D97-AF65-F5344CB8AC3E}">
        <p14:creationId xmlns:p14="http://schemas.microsoft.com/office/powerpoint/2010/main" val="3402510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Confession</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5002058"/>
          </a:xfrm>
          <a:prstGeom prst="rect">
            <a:avLst/>
          </a:prstGeom>
          <a:solidFill>
            <a:srgbClr val="FFFFFF"/>
          </a:solidFill>
          <a:ln w="12600">
            <a:noFill/>
          </a:ln>
        </p:spPr>
        <p:txBody>
          <a:bodyPr lIns="0" tIns="0" rIns="0" bIns="0">
            <a:normAutofit fontScale="85000" lnSpcReduction="20000"/>
          </a:bodyPr>
          <a:lstStyle/>
          <a:p>
            <a:pPr marL="0" indent="0" eaLnBrk="1" fontAlgn="auto">
              <a:lnSpc>
                <a:spcPct val="115000"/>
              </a:lnSpc>
              <a:spcBef>
                <a:spcPts val="0"/>
              </a:spcBef>
              <a:spcAft>
                <a:spcPts val="0"/>
              </a:spcAft>
              <a:buFont typeface="StarSymbol"/>
              <a:buNone/>
              <a:defRPr/>
            </a:pPr>
            <a:r>
              <a:rPr lang="en-US" sz="4000" b="1" i="1">
                <a:solidFill>
                  <a:schemeClr val="accent1"/>
                </a:solidFill>
                <a:latin typeface="Liberation Serif" pitchFamily="18"/>
              </a:rPr>
              <a:t>All.</a:t>
            </a:r>
            <a:r>
              <a:rPr lang="en-US" sz="4000" i="1">
                <a:solidFill>
                  <a:schemeClr val="accent1"/>
                </a:solidFill>
                <a:latin typeface="Arial Black" pitchFamily="34"/>
              </a:rPr>
              <a:t>  </a:t>
            </a:r>
            <a:r>
              <a:rPr lang="en-US" sz="4000">
                <a:solidFill>
                  <a:sysClr val="windowText" lastClr="000000"/>
                </a:solidFill>
                <a:latin typeface="Arial Black" pitchFamily="34"/>
              </a:rPr>
              <a:t>Almighty God, Father of our Lord Jesus Christ, Maker of all things, Judge of all people;  We acknowledge and bewail our manifold sins and wickedness, </a:t>
            </a:r>
          </a:p>
          <a:p>
            <a:pPr marL="0" indent="0" eaLnBrk="1" fontAlgn="auto">
              <a:lnSpc>
                <a:spcPct val="115000"/>
              </a:lnSpc>
              <a:spcBef>
                <a:spcPts val="0"/>
              </a:spcBef>
              <a:spcAft>
                <a:spcPts val="0"/>
              </a:spcAft>
              <a:buFont typeface="StarSymbol"/>
              <a:buNone/>
              <a:defRPr/>
            </a:pPr>
            <a:r>
              <a:rPr lang="en-US" sz="4000">
                <a:solidFill>
                  <a:sysClr val="windowText" lastClr="000000"/>
                </a:solidFill>
                <a:latin typeface="Arial Black" pitchFamily="34"/>
              </a:rPr>
              <a:t>Which we, from time to time, most grievously have committed, By thought, word, and deed, Against thy Divine Majesty, Provoking most justly thy wrath and indignation against us.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1" normalizeH="0" baseline="0" noProof="0">
              <a:ln>
                <a:noFill/>
              </a:ln>
              <a:solidFill>
                <a:prstClr val="black"/>
              </a:solidFill>
              <a:effectLst/>
              <a:uLnTx/>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Confession</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85367"/>
            <a:ext cx="9071640" cy="4581177"/>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We do earnestly repent, </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And are heartily sorry for these our misdoings; </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The remembrance of them is grievous unto us; The burden of them is intolerable. </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Have mercy upon us, Have mercy upon us, most merciful Father; </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For your Son our Lord Jesus Christ’s sake, </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Forgive us all that is past;</a:t>
            </a:r>
          </a:p>
        </p:txBody>
      </p:sp>
    </p:spTree>
    <p:extLst>
      <p:ext uri="{BB962C8B-B14F-4D97-AF65-F5344CB8AC3E}">
        <p14:creationId xmlns:p14="http://schemas.microsoft.com/office/powerpoint/2010/main" val="3055571258"/>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Confession</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365061"/>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And grant that we may ever hereafter serve and please you in newness of life,</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To the honour and glory of your Name;</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Through Jesus Christ our Lord.  Amen.</a:t>
            </a:r>
          </a:p>
        </p:txBody>
      </p:sp>
    </p:spTree>
    <p:extLst>
      <p:ext uri="{BB962C8B-B14F-4D97-AF65-F5344CB8AC3E}">
        <p14:creationId xmlns:p14="http://schemas.microsoft.com/office/powerpoint/2010/main" val="4261988628"/>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Assurance of Forgiveness</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570544"/>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2800" b="0"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Almighty God, our heavenly Father,</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who of his great mercy has promised forgiveness of sins to all them that with hearty repentance and true faith turn unto him; Have mercy upon you; pardon and deliver you from all your sins; confirm and strengthen you in all goodness; and bring you to everlasting life; through Jesus Christ 	our Lord.  </a:t>
            </a: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Arial Black" pitchFamily="2"/>
              </a:rPr>
              <a:t>Amen</a:t>
            </a:r>
          </a:p>
        </p:txBody>
      </p:sp>
    </p:spTree>
    <p:extLst>
      <p:ext uri="{BB962C8B-B14F-4D97-AF65-F5344CB8AC3E}">
        <p14:creationId xmlns:p14="http://schemas.microsoft.com/office/powerpoint/2010/main" val="3592025456"/>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Comfortable Words</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067110"/>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0"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2800" b="0"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Hear what comfortable words our Saviour Christ says to all that truly turn to him.</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Come unto me all that travail and are heavy laden, and I will refresh you.</a:t>
            </a:r>
          </a:p>
          <a:p>
            <a:pPr marL="360000" marR="360000" lvl="0" indent="-360000" algn="r" defTabSz="914400" rtl="0" eaLnBrk="1" fontAlgn="auto" latinLnBrk="0" hangingPunct="0">
              <a:lnSpc>
                <a:spcPct val="115000"/>
              </a:lnSpc>
              <a:spcBef>
                <a:spcPts val="0"/>
              </a:spcBef>
              <a:spcAft>
                <a:spcPts val="0"/>
              </a:spcAft>
              <a:buClrTx/>
              <a:buSzPct val="45000"/>
              <a:buFont typeface="StarSymbol"/>
              <a:buNone/>
              <a:tabLst/>
              <a:defRPr/>
            </a:pPr>
            <a:endParaRPr kumimoji="0" lang="en-GB" sz="2400" b="0" i="1" u="none" strike="noStrike" kern="1200" cap="none" spc="0" normalizeH="0" baseline="0" noProof="0">
              <a:ln>
                <a:noFill/>
              </a:ln>
              <a:solidFill>
                <a:sysClr val="windowText" lastClr="000000"/>
              </a:solidFill>
              <a:effectLst/>
              <a:highlight>
                <a:scrgbClr r="0" g="0" b="0">
                  <a:alpha val="0"/>
                </a:scrgbClr>
              </a:highlight>
              <a:uLnTx/>
              <a:uFillTx/>
              <a:latin typeface="Arial" pitchFamily="34"/>
            </a:endParaRPr>
          </a:p>
          <a:p>
            <a:pPr marL="360000" marR="360000" lvl="0" indent="-360000" algn="r" defTabSz="914400" rtl="0" eaLnBrk="1" fontAlgn="auto" latinLnBrk="0" hangingPunct="0">
              <a:lnSpc>
                <a:spcPct val="115000"/>
              </a:lnSpc>
              <a:spcBef>
                <a:spcPts val="0"/>
              </a:spcBef>
              <a:spcAft>
                <a:spcPts val="0"/>
              </a:spcAft>
              <a:buClrTx/>
              <a:buSzPct val="45000"/>
              <a:buFont typeface="StarSymbol"/>
              <a:buNone/>
              <a:tabLst/>
              <a:defRPr/>
            </a:pPr>
            <a:r>
              <a:rPr kumimoji="0" lang="en-GB" sz="2400" b="0" i="1" u="none" strike="noStrike" kern="1200" cap="none" spc="0" normalizeH="0" baseline="0" noProof="0">
                <a:ln>
                  <a:noFill/>
                </a:ln>
                <a:solidFill>
                  <a:sysClr val="windowText" lastClr="000000"/>
                </a:solidFill>
                <a:effectLst/>
                <a:highlight>
                  <a:scrgbClr r="0" g="0" b="0">
                    <a:alpha val="0"/>
                  </a:scrgbClr>
                </a:highlight>
                <a:uLnTx/>
                <a:uFillTx/>
                <a:latin typeface="Arial" pitchFamily="34"/>
              </a:rPr>
              <a:t>Matthew 11. 28.</a:t>
            </a:r>
          </a:p>
        </p:txBody>
      </p:sp>
    </p:spTree>
    <p:extLst>
      <p:ext uri="{BB962C8B-B14F-4D97-AF65-F5344CB8AC3E}">
        <p14:creationId xmlns:p14="http://schemas.microsoft.com/office/powerpoint/2010/main" val="1146720173"/>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Comfortable Words</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3019146"/>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0"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28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  </a:t>
            </a:r>
            <a:r>
              <a:rPr kumimoji="0" lang="en-GB" sz="2800" b="1"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So God loved the world, that he gave his only-begotten Son,</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1"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to the end that all that believe in him should not perish, but have everlasting life.</a:t>
            </a:r>
          </a:p>
          <a:p>
            <a:pPr marL="360000" marR="360000" lvl="0" indent="-360000" algn="r" defTabSz="914400" rtl="0" eaLnBrk="1" fontAlgn="auto" latinLnBrk="0" hangingPunct="0">
              <a:lnSpc>
                <a:spcPct val="150000"/>
              </a:lnSpc>
              <a:spcBef>
                <a:spcPts val="0"/>
              </a:spcBef>
              <a:spcAft>
                <a:spcPts val="0"/>
              </a:spcAft>
              <a:buClrTx/>
              <a:buSzPct val="45000"/>
              <a:buFont typeface="StarSymbol"/>
              <a:buNone/>
              <a:tabLst/>
              <a:defRPr/>
            </a:pPr>
            <a:r>
              <a:rPr kumimoji="0" lang="en-GB" sz="2400" b="0" i="1" u="none" strike="noStrike" kern="1200" cap="none" spc="0" normalizeH="0" baseline="0" noProof="0">
                <a:ln>
                  <a:noFill/>
                </a:ln>
                <a:solidFill>
                  <a:sysClr val="windowText" lastClr="000000"/>
                </a:solidFill>
                <a:effectLst/>
                <a:highlight>
                  <a:scrgbClr r="0" g="0" b="0">
                    <a:alpha val="0"/>
                  </a:scrgbClr>
                </a:highlight>
                <a:uLnTx/>
                <a:uFillTx/>
                <a:latin typeface="Arial" pitchFamily="34"/>
              </a:rPr>
              <a:t>John 3. 16.</a:t>
            </a:r>
          </a:p>
          <a:p>
            <a:pPr marL="360000" marR="360000" lvl="0" indent="-360000" algn="l" defTabSz="914400" rtl="0" eaLnBrk="1" fontAlgn="auto" latinLnBrk="0" hangingPunct="0">
              <a:lnSpc>
                <a:spcPct val="200000"/>
              </a:lnSpc>
              <a:spcBef>
                <a:spcPts val="0"/>
              </a:spcBef>
              <a:spcAft>
                <a:spcPts val="0"/>
              </a:spcAft>
              <a:buClrTx/>
              <a:buSzPct val="45000"/>
              <a:buFont typeface="StarSymbol"/>
              <a:buNone/>
              <a:tabLst/>
              <a:defRPr/>
            </a:pPr>
            <a:endParaRPr kumimoji="0" lang="en-GB" sz="2800" b="1" i="1"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endParaRPr>
          </a:p>
        </p:txBody>
      </p:sp>
    </p:spTree>
    <p:extLst>
      <p:ext uri="{BB962C8B-B14F-4D97-AF65-F5344CB8AC3E}">
        <p14:creationId xmlns:p14="http://schemas.microsoft.com/office/powerpoint/2010/main" val="2903437982"/>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Comfortable Words</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128755"/>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0"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32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a:t>
            </a: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Hear also what Saint Paul says.</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This is a true saying, and worthy of all people to be received,</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That Christ Jesus came into the world to save sinners.</a:t>
            </a:r>
          </a:p>
          <a:p>
            <a:pPr marL="360000" marR="360000" lvl="0" indent="-360000" algn="r" defTabSz="914400" rtl="0" eaLnBrk="1" fontAlgn="auto" latinLnBrk="0" hangingPunct="0">
              <a:lnSpc>
                <a:spcPct val="200000"/>
              </a:lnSpc>
              <a:spcBef>
                <a:spcPts val="0"/>
              </a:spcBef>
              <a:spcAft>
                <a:spcPts val="0"/>
              </a:spcAft>
              <a:buClrTx/>
              <a:buSzPct val="45000"/>
              <a:buFont typeface="StarSymbol"/>
              <a:buNone/>
              <a:tabLst/>
              <a:defRPr/>
            </a:pPr>
            <a:r>
              <a:rPr kumimoji="0" lang="en-GB" sz="2400" b="0" i="1" u="none" strike="noStrike" kern="1200" cap="none" spc="0" normalizeH="0" baseline="0" noProof="0">
                <a:ln>
                  <a:noFill/>
                </a:ln>
                <a:solidFill>
                  <a:sysClr val="windowText" lastClr="000000"/>
                </a:solidFill>
                <a:effectLst/>
                <a:highlight>
                  <a:scrgbClr r="0" g="0" b="0">
                    <a:alpha val="0"/>
                  </a:scrgbClr>
                </a:highlight>
                <a:uLnTx/>
                <a:uFillTx/>
                <a:latin typeface="Arial" pitchFamily="34"/>
              </a:rPr>
              <a:t>1 Timothy 1. 15.</a:t>
            </a:r>
          </a:p>
          <a:p>
            <a:pPr marL="360000" marR="360000" lvl="0" indent="-360000" algn="l" defTabSz="914400" rtl="0" eaLnBrk="1" fontAlgn="auto" latinLnBrk="0" hangingPunct="0">
              <a:lnSpc>
                <a:spcPct val="200000"/>
              </a:lnSpc>
              <a:spcBef>
                <a:spcPts val="0"/>
              </a:spcBef>
              <a:spcAft>
                <a:spcPts val="0"/>
              </a:spcAft>
              <a:buClrTx/>
              <a:buSzPct val="45000"/>
              <a:buFont typeface="StarSymbol"/>
              <a:buNone/>
              <a:tabLst/>
              <a:defRPr/>
            </a:pPr>
            <a:endPar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endParaRPr>
          </a:p>
          <a:p>
            <a:pPr marL="360000" marR="360000" lvl="0" indent="-360000" algn="l" defTabSz="914400" rtl="0" eaLnBrk="1" fontAlgn="auto" latinLnBrk="0" hangingPunct="0">
              <a:lnSpc>
                <a:spcPct val="200000"/>
              </a:lnSpc>
              <a:spcBef>
                <a:spcPts val="0"/>
              </a:spcBef>
              <a:spcAft>
                <a:spcPts val="0"/>
              </a:spcAft>
              <a:buClrTx/>
              <a:buSzPct val="45000"/>
              <a:buFont typeface="StarSymbol"/>
              <a:buNone/>
              <a:tabLst/>
              <a:defRPr/>
            </a:pPr>
            <a:endPar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endParaRPr>
          </a:p>
        </p:txBody>
      </p:sp>
    </p:spTree>
    <p:extLst>
      <p:ext uri="{BB962C8B-B14F-4D97-AF65-F5344CB8AC3E}">
        <p14:creationId xmlns:p14="http://schemas.microsoft.com/office/powerpoint/2010/main" val="4109565920"/>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Comfortable Words</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190400"/>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0"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28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 </a:t>
            </a: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Hear also what Saint John says.</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If anyone sin, we have an Advocate with the Father, Jesus Christ the righteous; and he is the propitiation for our sins.</a:t>
            </a:r>
          </a:p>
          <a:p>
            <a:pPr marL="360000" marR="0" lvl="0" indent="0" algn="r" defTabSz="914400" rtl="0" eaLnBrk="1" fontAlgn="auto" latinLnBrk="0" hangingPunct="0">
              <a:lnSpc>
                <a:spcPct val="200000"/>
              </a:lnSpc>
              <a:spcBef>
                <a:spcPts val="0"/>
              </a:spcBef>
              <a:spcAft>
                <a:spcPts val="0"/>
              </a:spcAft>
              <a:buClrTx/>
              <a:buSzPct val="45000"/>
              <a:buFont typeface="StarSymbol"/>
              <a:buNone/>
              <a:tabLst/>
              <a:defRPr/>
            </a:pPr>
            <a:r>
              <a:rPr kumimoji="0" lang="en-GB" sz="2400" b="0" i="1" u="none" strike="noStrike" kern="1200" cap="none" spc="0" normalizeH="0" baseline="0" noProof="0">
                <a:ln>
                  <a:noFill/>
                </a:ln>
                <a:solidFill>
                  <a:sysClr val="windowText" lastClr="000000"/>
                </a:solidFill>
                <a:effectLst/>
                <a:highlight>
                  <a:scrgbClr r="0" g="0" b="0">
                    <a:alpha val="0"/>
                  </a:scrgbClr>
                </a:highlight>
                <a:uLnTx/>
                <a:uFillTx/>
                <a:latin typeface="Arial" pitchFamily="34"/>
              </a:rPr>
              <a:t>1 John 2. 1.</a:t>
            </a:r>
          </a:p>
          <a:p>
            <a:pPr marL="360000" marR="0" lvl="0" indent="0" algn="l" defTabSz="914400" rtl="0" eaLnBrk="1" fontAlgn="auto" latinLnBrk="0" hangingPunct="0">
              <a:lnSpc>
                <a:spcPct val="200000"/>
              </a:lnSpc>
              <a:spcBef>
                <a:spcPts val="0"/>
              </a:spcBef>
              <a:spcAft>
                <a:spcPts val="0"/>
              </a:spcAft>
              <a:buClrTx/>
              <a:buSzPct val="45000"/>
              <a:buFont typeface="StarSymbol"/>
              <a:buNone/>
              <a:tabLst/>
              <a:defRPr/>
            </a:pPr>
            <a:endPar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endParaRPr>
          </a:p>
          <a:p>
            <a:pPr marL="360000" marR="0" lvl="0" indent="0" algn="l" defTabSz="914400" rtl="0" eaLnBrk="1" fontAlgn="auto" latinLnBrk="0" hangingPunct="0">
              <a:lnSpc>
                <a:spcPct val="200000"/>
              </a:lnSpc>
              <a:spcBef>
                <a:spcPts val="0"/>
              </a:spcBef>
              <a:spcAft>
                <a:spcPts val="0"/>
              </a:spcAft>
              <a:buClrTx/>
              <a:buSzPct val="45000"/>
              <a:buFont typeface="StarSymbol"/>
              <a:buNone/>
              <a:tabLst/>
              <a:defRPr/>
            </a:pPr>
            <a:endPar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endParaRPr>
          </a:p>
        </p:txBody>
      </p:sp>
    </p:spTree>
    <p:extLst>
      <p:ext uri="{BB962C8B-B14F-4D97-AF65-F5344CB8AC3E}">
        <p14:creationId xmlns:p14="http://schemas.microsoft.com/office/powerpoint/2010/main" val="2816140821"/>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Prayer of Humble Access</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118481"/>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1"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1"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All</a:t>
            </a:r>
            <a:r>
              <a:rPr kumimoji="0" lang="en-GB" sz="32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 </a:t>
            </a:r>
            <a:r>
              <a:rPr kumimoji="0" lang="en-GB" sz="2800" b="0"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We do not presume to come to this thy Table, O merciful Lord, trusting in our own righteousness, but in your manifold and great mercies. We are not worthy so much as to gather up the crumbs under your Table. But you are the same Lord, whose property is always to have mercy:</a:t>
            </a:r>
          </a:p>
        </p:txBody>
      </p:sp>
    </p:spTree>
    <p:extLst>
      <p:ext uri="{BB962C8B-B14F-4D97-AF65-F5344CB8AC3E}">
        <p14:creationId xmlns:p14="http://schemas.microsoft.com/office/powerpoint/2010/main" val="2431514053"/>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Prayer of Humble Access</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3943820"/>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1"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1"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All</a:t>
            </a:r>
            <a:r>
              <a:rPr kumimoji="0" lang="en-GB" sz="28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a:t>
            </a:r>
            <a:r>
              <a:rPr kumimoji="0" lang="en-GB" sz="2800" b="1" i="0" u="none" strike="noStrike" kern="1200" cap="none" spc="0" normalizeH="0" baseline="0" noProof="0">
                <a:ln>
                  <a:noFill/>
                </a:ln>
                <a:solidFill>
                  <a:schemeClr val="accent1"/>
                </a:solidFill>
                <a:effectLst/>
                <a:highlight>
                  <a:scrgbClr r="0" g="0" b="0">
                    <a:alpha val="0"/>
                  </a:scrgbClr>
                </a:highlight>
                <a:uLnTx/>
                <a:uFillTx/>
                <a:latin typeface="Goudy Old Style"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Grant us therefore, gracious Lord, so to commemorate in this breaking of bread the death of thy dear Son Jesus Christ, that we may feed on him in our hearts by faith,</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and that we may evermore dwell in him, and he in us. Amen.</a:t>
            </a:r>
          </a:p>
        </p:txBody>
      </p:sp>
    </p:spTree>
    <p:extLst>
      <p:ext uri="{BB962C8B-B14F-4D97-AF65-F5344CB8AC3E}">
        <p14:creationId xmlns:p14="http://schemas.microsoft.com/office/powerpoint/2010/main" val="3668063015"/>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Prayer of Consecration</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293142"/>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2800" b="1"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a:t>
            </a:r>
            <a:r>
              <a:rPr kumimoji="0" lang="en-GB" sz="2800" b="1"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1"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Almighty God, our heavenly Father,</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1"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who of your tender mercy didst give thine only Son Jesus Christ to suffer death upon the Cross for our redemption;</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1"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who made there by his one oblation of himself once offered a full, perfect, and sufficient sacrifice, oblation, and satisfaction, for the sins of the whole world;</a:t>
            </a:r>
          </a:p>
        </p:txBody>
      </p:sp>
    </p:spTree>
    <p:extLst>
      <p:ext uri="{BB962C8B-B14F-4D97-AF65-F5344CB8AC3E}">
        <p14:creationId xmlns:p14="http://schemas.microsoft.com/office/powerpoint/2010/main" val="858694307"/>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Prayer of Consecration</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272593"/>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1"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28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a:t>
            </a:r>
            <a:r>
              <a:rPr kumimoji="0" lang="en-GB" sz="2800" b="1"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1"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and did institute, and in his holy Gospel command us to continue, a perpetual memory of that his precious death, until his coming again:</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1"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Hear us, O merciful Father, we most humbly beseech you; and grant that we receiving these your creatures of bread and wine,</a:t>
            </a:r>
          </a:p>
        </p:txBody>
      </p:sp>
    </p:spTree>
    <p:extLst>
      <p:ext uri="{BB962C8B-B14F-4D97-AF65-F5344CB8AC3E}">
        <p14:creationId xmlns:p14="http://schemas.microsoft.com/office/powerpoint/2010/main" val="4019522696"/>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Prayer of Consecration</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3707515"/>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1"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32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a:t>
            </a:r>
            <a:r>
              <a:rPr kumimoji="0" lang="en-GB" sz="2800" b="0"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according to your Son our Saviour Jesus Christ’s holy institution,</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in remembrance of his death and passion,</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may, after an heavenly and spiritual manner,</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be partakers of his most blessed Body and Blood:</a:t>
            </a:r>
          </a:p>
        </p:txBody>
      </p:sp>
    </p:spTree>
    <p:extLst>
      <p:ext uri="{BB962C8B-B14F-4D97-AF65-F5344CB8AC3E}">
        <p14:creationId xmlns:p14="http://schemas.microsoft.com/office/powerpoint/2010/main" val="3713145379"/>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Prayer of Consecration</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3882175"/>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endParaRPr kumimoji="0" lang="en-GB" sz="2800" b="1" i="1" u="none" strike="noStrike" kern="1200" cap="none" spc="0" normalizeH="0" baseline="0" noProof="0">
              <a:ln>
                <a:noFill/>
              </a:ln>
              <a:solidFill>
                <a:srgbClr val="A12626"/>
              </a:solidFill>
              <a:effectLst/>
              <a:highlight>
                <a:scrgbClr r="0" g="0" b="0">
                  <a:alpha val="0"/>
                </a:scrgbClr>
              </a:highlight>
              <a:uLnTx/>
              <a:uFillTx/>
              <a:latin typeface="Liberation Serif" pitchFamily="18"/>
            </a:endParaRP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32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a:t>
            </a:r>
            <a:r>
              <a:rPr kumimoji="0" lang="en-GB" sz="2800" b="0"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who, in the same night that he was betrayed, took Bread;</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and, when he had given thanks, he brake it,  </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and gave it to his disciples, saying,</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Take, eat; this is my Body which  is given for you: Do this in remembrance of me.</a:t>
            </a:r>
          </a:p>
        </p:txBody>
      </p:sp>
    </p:spTree>
    <p:extLst>
      <p:ext uri="{BB962C8B-B14F-4D97-AF65-F5344CB8AC3E}">
        <p14:creationId xmlns:p14="http://schemas.microsoft.com/office/powerpoint/2010/main" val="335330584"/>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Prayer of Consecration</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385609"/>
          </a:xfrm>
          <a:prstGeom prst="rect">
            <a:avLst/>
          </a:prstGeom>
          <a:solidFill>
            <a:srgbClr val="FFFFFF"/>
          </a:solidFill>
          <a:ln w="12600">
            <a:noFill/>
          </a:ln>
        </p:spPr>
        <p:txBody>
          <a:bodyPr lIns="0" tIns="0" rIns="0" bIns="0">
            <a:normAutofit/>
          </a:bodyPr>
          <a:lstStyle/>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1" u="none" strike="noStrike" kern="1200" cap="none" spc="0" normalizeH="0" baseline="0" noProof="0">
                <a:ln>
                  <a:noFill/>
                </a:ln>
                <a:solidFill>
                  <a:schemeClr val="accent1"/>
                </a:solidFill>
                <a:effectLst/>
                <a:highlight>
                  <a:scrgbClr r="0" g="0" b="0">
                    <a:alpha val="0"/>
                  </a:scrgbClr>
                </a:highlight>
                <a:uLnTx/>
                <a:uFillTx/>
                <a:latin typeface="Liberation Serif" pitchFamily="18"/>
              </a:rPr>
              <a:t>Minister</a:t>
            </a:r>
            <a:r>
              <a:rPr kumimoji="0" lang="en-GB" sz="3200" b="1" i="1" u="none" strike="noStrike" kern="1200" cap="none" spc="0" normalizeH="0" baseline="0" noProof="0">
                <a:ln>
                  <a:noFill/>
                </a:ln>
                <a:solidFill>
                  <a:schemeClr val="accent1"/>
                </a:solidFill>
                <a:effectLst/>
                <a:highlight>
                  <a:scrgbClr r="0" g="0" b="0">
                    <a:alpha val="0"/>
                  </a:scrgbClr>
                </a:highlight>
                <a:uLnTx/>
                <a:uFillTx/>
                <a:latin typeface="Goudy Old Style" pitchFamily="2"/>
              </a:rPr>
              <a:t>.</a:t>
            </a:r>
            <a:r>
              <a:rPr kumimoji="0" lang="en-GB" sz="2800" b="0" i="0" u="none" strike="noStrike" kern="1200" cap="none" spc="0" normalizeH="0" baseline="0" noProof="0">
                <a:ln>
                  <a:noFill/>
                </a:ln>
                <a:solidFill>
                  <a:schemeClr val="accent1"/>
                </a:solidFill>
                <a:effectLst/>
                <a:highlight>
                  <a:scrgbClr r="0" g="0" b="0">
                    <a:alpha val="0"/>
                  </a:scrgbClr>
                </a:highlight>
                <a:uLnTx/>
                <a:uFillTx/>
                <a:latin typeface="Arial Black" pitchFamily="2"/>
              </a:rPr>
              <a:t>  </a:t>
            </a: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Likewise after supper he took the Cup; and, when he had given thanks, he gave it to them, saying,</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Drink you all of this; for this is my Blood of the New Testament, which is shed for you and for many for the remission of sins:</a:t>
            </a:r>
          </a:p>
          <a:p>
            <a:pPr marL="360000" marR="0" lvl="0" indent="0" algn="l" defTabSz="914400" rtl="0" eaLnBrk="1" fontAlgn="auto" latinLnBrk="0" hangingPunct="0">
              <a:lnSpc>
                <a:spcPct val="115000"/>
              </a:lnSpc>
              <a:spcBef>
                <a:spcPts val="0"/>
              </a:spcBef>
              <a:spcAft>
                <a:spcPts val="0"/>
              </a:spcAft>
              <a:buClrTx/>
              <a:buSzPct val="45000"/>
              <a:buFont typeface="StarSymbol"/>
              <a:buNone/>
              <a:tabLst/>
              <a:defRPr/>
            </a:pPr>
            <a:r>
              <a:rPr kumimoji="0" lang="en-GB" sz="2800" b="0" i="0" u="none" strike="noStrike" kern="1200" cap="none" spc="0" normalizeH="0" baseline="0" noProof="0">
                <a:ln>
                  <a:noFill/>
                </a:ln>
                <a:solidFill>
                  <a:sysClr val="windowText" lastClr="000000"/>
                </a:solidFill>
                <a:effectLst/>
                <a:highlight>
                  <a:scrgbClr r="0" g="0" b="0">
                    <a:alpha val="0"/>
                  </a:scrgbClr>
                </a:highlight>
                <a:uLnTx/>
                <a:uFillTx/>
                <a:latin typeface="Arial Black" pitchFamily="2"/>
              </a:rPr>
              <a:t>Do this, as often as you shall drink it, in remembrance of me. </a:t>
            </a:r>
            <a:r>
              <a:rPr kumimoji="0" lang="en-GB" sz="2800" b="0" i="0" u="none" strike="noStrike" kern="1200" cap="none" spc="0" normalizeH="0" baseline="0" noProof="0">
                <a:ln>
                  <a:noFill/>
                </a:ln>
                <a:solidFill>
                  <a:schemeClr val="accent1"/>
                </a:solidFill>
                <a:effectLst/>
                <a:highlight>
                  <a:scrgbClr r="0" g="0" b="0">
                    <a:alpha val="0"/>
                  </a:scrgbClr>
                </a:highlight>
                <a:uLnTx/>
                <a:uFillTx/>
                <a:latin typeface="Arial Black" pitchFamily="2"/>
              </a:rPr>
              <a:t>Amen</a:t>
            </a:r>
          </a:p>
        </p:txBody>
      </p:sp>
    </p:spTree>
    <p:extLst>
      <p:ext uri="{BB962C8B-B14F-4D97-AF65-F5344CB8AC3E}">
        <p14:creationId xmlns:p14="http://schemas.microsoft.com/office/powerpoint/2010/main" val="2273761713"/>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Prayers</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529447"/>
          </a:xfrm>
          <a:prstGeom prst="rect">
            <a:avLst/>
          </a:prstGeom>
          <a:solidFill>
            <a:srgbClr val="FFFFFF"/>
          </a:solidFill>
          <a:ln w="12600">
            <a:noFill/>
          </a:ln>
        </p:spPr>
        <p:txBody>
          <a:bodyPr lIns="0" tIns="0" rIns="0" bIns="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1"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4231850578"/>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435FA-D533-7613-747E-17F52BCA92C5}"/>
            </a:ext>
          </a:extLst>
        </p:cNvPr>
        <p:cNvGrpSpPr/>
        <p:nvPr/>
      </p:nvGrpSpPr>
      <p:grpSpPr>
        <a:xfrm>
          <a:off x="0" y="0"/>
          <a:ext cx="0" cy="0"/>
          <a:chOff x="0" y="0"/>
          <a:chExt cx="0" cy="0"/>
        </a:xfrm>
      </p:grpSpPr>
      <p:sp>
        <p:nvSpPr>
          <p:cNvPr id="540" name="TextShape 1">
            <a:extLst>
              <a:ext uri="{FF2B5EF4-FFF2-40B4-BE49-F238E27FC236}">
                <a16:creationId xmlns:a16="http://schemas.microsoft.com/office/drawing/2014/main" id="{ECF35DC7-38C4-DC6C-E86A-B23DD5628620}"/>
              </a:ext>
            </a:extLst>
          </p:cNvPr>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Thank you Jesus for the Blood</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2" name="TextBox 1">
            <a:extLst>
              <a:ext uri="{FF2B5EF4-FFF2-40B4-BE49-F238E27FC236}">
                <a16:creationId xmlns:a16="http://schemas.microsoft.com/office/drawing/2014/main" id="{F3AA0CFA-1809-8336-E23D-BB6BA0D46140}"/>
              </a:ext>
            </a:extLst>
          </p:cNvPr>
          <p:cNvSpPr txBox="1"/>
          <p:nvPr/>
        </p:nvSpPr>
        <p:spPr>
          <a:xfrm>
            <a:off x="65088" y="987425"/>
            <a:ext cx="9621837" cy="4023024"/>
          </a:xfrm>
          <a:prstGeom prst="rect">
            <a:avLst/>
          </a:prstGeom>
          <a:noFill/>
        </p:spPr>
        <p:txBody>
          <a:bodyPr>
            <a:spAutoFit/>
          </a:bodyPr>
          <a:lstStyle/>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I was a wretch, I remember who I was</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I was lost, I was blind, I was running out of time.</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Sin separated, the breach was far too wide</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But from the far side of the chasm, You had me in Your sight</a:t>
            </a:r>
            <a:endParaRPr lang="en-GB" sz="3200" spc="-1">
              <a:solidFill>
                <a:prstClr val="black"/>
              </a:solidFill>
              <a:latin typeface="Arial Black"/>
            </a:endParaRPr>
          </a:p>
        </p:txBody>
      </p:sp>
    </p:spTree>
    <p:extLst>
      <p:ext uri="{BB962C8B-B14F-4D97-AF65-F5344CB8AC3E}">
        <p14:creationId xmlns:p14="http://schemas.microsoft.com/office/powerpoint/2010/main" val="1171022582"/>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6DA93-C42C-2B10-6D9D-1270B2C5A1A6}"/>
            </a:ext>
          </a:extLst>
        </p:cNvPr>
        <p:cNvGrpSpPr/>
        <p:nvPr/>
      </p:nvGrpSpPr>
      <p:grpSpPr>
        <a:xfrm>
          <a:off x="0" y="0"/>
          <a:ext cx="0" cy="0"/>
          <a:chOff x="0" y="0"/>
          <a:chExt cx="0" cy="0"/>
        </a:xfrm>
      </p:grpSpPr>
      <p:sp>
        <p:nvSpPr>
          <p:cNvPr id="540" name="TextShape 1">
            <a:extLst>
              <a:ext uri="{FF2B5EF4-FFF2-40B4-BE49-F238E27FC236}">
                <a16:creationId xmlns:a16="http://schemas.microsoft.com/office/drawing/2014/main" id="{7EC87E1F-A13F-D333-195C-E44C1F674DBA}"/>
              </a:ext>
            </a:extLst>
          </p:cNvPr>
          <p:cNvSpPr txBox="1"/>
          <p:nvPr/>
        </p:nvSpPr>
        <p:spPr>
          <a:xfrm>
            <a:off x="504000" y="388080"/>
            <a:ext cx="9071640" cy="677160"/>
          </a:xfrm>
          <a:prstGeom prst="rect">
            <a:avLst/>
          </a:prstGeom>
          <a:noFill/>
          <a:ln w="12600">
            <a:noFill/>
          </a:ln>
        </p:spPr>
        <p:txBody>
          <a:bodyPr lIns="0" tIns="0" rIns="0" bIns="0" anchor="ctr" anchorCtr="1">
            <a:spAutoFit/>
          </a:bodyPr>
          <a:lstStyle/>
          <a:p>
            <a:pPr lvl="0" algn="ctr" eaLnBrk="1" fontAlgn="auto" hangingPunct="1">
              <a:spcBef>
                <a:spcPts val="0"/>
              </a:spcBef>
              <a:spcAft>
                <a:spcPts val="0"/>
              </a:spcAft>
              <a:defRPr/>
            </a:pPr>
            <a:r>
              <a:rPr lang="en-GB" sz="4400" i="1" spc="-1">
                <a:solidFill>
                  <a:schemeClr val="accent1"/>
                </a:solidFill>
                <a:latin typeface="Times New Roman"/>
                <a:ea typeface="Noto Sans CJK SC Regular"/>
              </a:rPr>
              <a:t>Thank you Jesus for the Blood</a:t>
            </a:r>
            <a:endParaRPr lang="en-GB" sz="4400" spc="-1">
              <a:solidFill>
                <a:schemeClr val="accent1"/>
              </a:solidFill>
              <a:latin typeface="Arial"/>
            </a:endParaRPr>
          </a:p>
        </p:txBody>
      </p:sp>
      <p:sp>
        <p:nvSpPr>
          <p:cNvPr id="2" name="TextBox 1">
            <a:extLst>
              <a:ext uri="{FF2B5EF4-FFF2-40B4-BE49-F238E27FC236}">
                <a16:creationId xmlns:a16="http://schemas.microsoft.com/office/drawing/2014/main" id="{A8AF86E6-E9B0-30A2-101B-FB02B81692FE}"/>
              </a:ext>
            </a:extLst>
          </p:cNvPr>
          <p:cNvSpPr txBox="1"/>
          <p:nvPr/>
        </p:nvSpPr>
        <p:spPr>
          <a:xfrm>
            <a:off x="65088" y="987425"/>
            <a:ext cx="9621837" cy="4589333"/>
          </a:xfrm>
          <a:prstGeom prst="rect">
            <a:avLst/>
          </a:prstGeom>
          <a:noFill/>
        </p:spPr>
        <p:txBody>
          <a:bodyPr>
            <a:spAutoFit/>
          </a:bodyPr>
          <a:lstStyle/>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So You made a way, across the great divide</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Left behind, Heaven's throne, to build it here inside</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There at the cross You paid the debt I owed</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Broke my chains, Freed my soul and for the first time I had Hope </a:t>
            </a:r>
            <a:endParaRPr lang="en-GB" sz="3200" spc="-1">
              <a:solidFill>
                <a:prstClr val="black"/>
              </a:solidFill>
              <a:latin typeface="Arial Black"/>
            </a:endParaRPr>
          </a:p>
        </p:txBody>
      </p:sp>
    </p:spTree>
    <p:extLst>
      <p:ext uri="{BB962C8B-B14F-4D97-AF65-F5344CB8AC3E}">
        <p14:creationId xmlns:p14="http://schemas.microsoft.com/office/powerpoint/2010/main" val="1337207046"/>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0657E-3C17-E927-9F70-F01D2B574AFB}"/>
            </a:ext>
          </a:extLst>
        </p:cNvPr>
        <p:cNvGrpSpPr/>
        <p:nvPr/>
      </p:nvGrpSpPr>
      <p:grpSpPr>
        <a:xfrm>
          <a:off x="0" y="0"/>
          <a:ext cx="0" cy="0"/>
          <a:chOff x="0" y="0"/>
          <a:chExt cx="0" cy="0"/>
        </a:xfrm>
      </p:grpSpPr>
      <p:sp>
        <p:nvSpPr>
          <p:cNvPr id="540" name="TextShape 1">
            <a:extLst>
              <a:ext uri="{FF2B5EF4-FFF2-40B4-BE49-F238E27FC236}">
                <a16:creationId xmlns:a16="http://schemas.microsoft.com/office/drawing/2014/main" id="{3E5C0EBD-8C6A-2620-CBC0-A87E31BEFD8A}"/>
              </a:ext>
            </a:extLst>
          </p:cNvPr>
          <p:cNvSpPr txBox="1"/>
          <p:nvPr/>
        </p:nvSpPr>
        <p:spPr>
          <a:xfrm>
            <a:off x="504000" y="388080"/>
            <a:ext cx="9071640" cy="677160"/>
          </a:xfrm>
          <a:prstGeom prst="rect">
            <a:avLst/>
          </a:prstGeom>
          <a:noFill/>
          <a:ln w="12600">
            <a:noFill/>
          </a:ln>
        </p:spPr>
        <p:txBody>
          <a:bodyPr lIns="0" tIns="0" rIns="0" bIns="0" anchor="ctr" anchorCtr="1">
            <a:spAutoFit/>
          </a:bodyPr>
          <a:lstStyle/>
          <a:p>
            <a:pPr lvl="0" algn="ctr" eaLnBrk="1" fontAlgn="auto" hangingPunct="1">
              <a:spcBef>
                <a:spcPts val="0"/>
              </a:spcBef>
              <a:spcAft>
                <a:spcPts val="0"/>
              </a:spcAft>
              <a:defRPr/>
            </a:pPr>
            <a:r>
              <a:rPr lang="en-GB" sz="4400" i="1" spc="-1">
                <a:solidFill>
                  <a:schemeClr val="accent1"/>
                </a:solidFill>
                <a:latin typeface="Times New Roman"/>
                <a:ea typeface="Noto Sans CJK SC Regular"/>
              </a:rPr>
              <a:t>Thank you Jesus for the Blood</a:t>
            </a:r>
            <a:endParaRPr lang="en-GB" sz="4400" spc="-1">
              <a:solidFill>
                <a:schemeClr val="accent1"/>
              </a:solidFill>
              <a:latin typeface="Arial"/>
            </a:endParaRPr>
          </a:p>
        </p:txBody>
      </p:sp>
      <p:sp>
        <p:nvSpPr>
          <p:cNvPr id="2" name="TextBox 1">
            <a:extLst>
              <a:ext uri="{FF2B5EF4-FFF2-40B4-BE49-F238E27FC236}">
                <a16:creationId xmlns:a16="http://schemas.microsoft.com/office/drawing/2014/main" id="{6B969FB9-613A-DA29-2927-0B966B1707E7}"/>
              </a:ext>
            </a:extLst>
          </p:cNvPr>
          <p:cNvSpPr txBox="1"/>
          <p:nvPr/>
        </p:nvSpPr>
        <p:spPr>
          <a:xfrm>
            <a:off x="65088" y="987425"/>
            <a:ext cx="9621837" cy="4023024"/>
          </a:xfrm>
          <a:prstGeom prst="rect">
            <a:avLst/>
          </a:prstGeom>
          <a:noFill/>
        </p:spPr>
        <p:txBody>
          <a:bodyPr>
            <a:spAutoFit/>
          </a:bodyPr>
          <a:lstStyle/>
          <a:p>
            <a:pPr marL="360000" eaLnBrk="1" fontAlgn="auto" hangingPunct="1">
              <a:lnSpc>
                <a:spcPct val="115000"/>
              </a:lnSpc>
              <a:spcBef>
                <a:spcPts val="0"/>
              </a:spcBef>
              <a:spcAft>
                <a:spcPts val="0"/>
              </a:spcAft>
              <a:buClr>
                <a:srgbClr val="000000"/>
              </a:buClr>
              <a:buSzPct val="45000"/>
              <a:defRPr/>
            </a:pPr>
            <a:r>
              <a:rPr lang="en-US" sz="3200" i="1" spc="-1">
                <a:solidFill>
                  <a:prstClr val="black"/>
                </a:solidFill>
                <a:latin typeface="Arial Black"/>
                <a:ea typeface="ArialMT"/>
              </a:rPr>
              <a:t>Thank You Jesus, for the blood applied</a:t>
            </a:r>
          </a:p>
          <a:p>
            <a:pPr marL="360000" eaLnBrk="1" fontAlgn="auto" hangingPunct="1">
              <a:lnSpc>
                <a:spcPct val="115000"/>
              </a:lnSpc>
              <a:spcBef>
                <a:spcPts val="0"/>
              </a:spcBef>
              <a:spcAft>
                <a:spcPts val="0"/>
              </a:spcAft>
              <a:buClr>
                <a:srgbClr val="000000"/>
              </a:buClr>
              <a:buSzPct val="45000"/>
              <a:defRPr/>
            </a:pPr>
            <a:r>
              <a:rPr lang="en-US" sz="3200" i="1" spc="-1">
                <a:solidFill>
                  <a:prstClr val="black"/>
                </a:solidFill>
                <a:latin typeface="Arial Black"/>
                <a:ea typeface="ArialMT"/>
              </a:rPr>
              <a:t>Thank You Jesus, it has washed me white</a:t>
            </a:r>
          </a:p>
          <a:p>
            <a:pPr marL="360000" eaLnBrk="1" fontAlgn="auto" hangingPunct="1">
              <a:lnSpc>
                <a:spcPct val="115000"/>
              </a:lnSpc>
              <a:spcBef>
                <a:spcPts val="0"/>
              </a:spcBef>
              <a:spcAft>
                <a:spcPts val="0"/>
              </a:spcAft>
              <a:buClr>
                <a:srgbClr val="000000"/>
              </a:buClr>
              <a:buSzPct val="45000"/>
              <a:defRPr/>
            </a:pPr>
            <a:r>
              <a:rPr lang="en-US" sz="3200" i="1" spc="-1">
                <a:solidFill>
                  <a:prstClr val="black"/>
                </a:solidFill>
                <a:latin typeface="Arial Black"/>
                <a:ea typeface="ArialMT"/>
              </a:rPr>
              <a:t>Thank You Jesus, You have saved my life </a:t>
            </a:r>
          </a:p>
          <a:p>
            <a:pPr marL="360000" eaLnBrk="1" fontAlgn="auto" hangingPunct="1">
              <a:lnSpc>
                <a:spcPct val="115000"/>
              </a:lnSpc>
              <a:spcBef>
                <a:spcPts val="0"/>
              </a:spcBef>
              <a:spcAft>
                <a:spcPts val="0"/>
              </a:spcAft>
              <a:buClr>
                <a:srgbClr val="000000"/>
              </a:buClr>
              <a:buSzPct val="45000"/>
              <a:defRPr/>
            </a:pPr>
            <a:r>
              <a:rPr lang="en-US" sz="3200" i="1" spc="-1">
                <a:solidFill>
                  <a:prstClr val="black"/>
                </a:solidFill>
                <a:latin typeface="Arial Black"/>
                <a:ea typeface="ArialMT"/>
              </a:rPr>
              <a:t>Brought me from the darkness into glorious light</a:t>
            </a:r>
            <a:endParaRPr lang="en-GB" sz="3200" i="1" spc="-1">
              <a:solidFill>
                <a:prstClr val="black"/>
              </a:solidFill>
              <a:latin typeface="Arial Black"/>
            </a:endParaRPr>
          </a:p>
        </p:txBody>
      </p:sp>
    </p:spTree>
    <p:extLst>
      <p:ext uri="{BB962C8B-B14F-4D97-AF65-F5344CB8AC3E}">
        <p14:creationId xmlns:p14="http://schemas.microsoft.com/office/powerpoint/2010/main" val="1290761485"/>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2C52C-43FB-3074-189E-4AB56E6736F5}"/>
            </a:ext>
          </a:extLst>
        </p:cNvPr>
        <p:cNvGrpSpPr/>
        <p:nvPr/>
      </p:nvGrpSpPr>
      <p:grpSpPr>
        <a:xfrm>
          <a:off x="0" y="0"/>
          <a:ext cx="0" cy="0"/>
          <a:chOff x="0" y="0"/>
          <a:chExt cx="0" cy="0"/>
        </a:xfrm>
      </p:grpSpPr>
      <p:sp>
        <p:nvSpPr>
          <p:cNvPr id="540" name="TextShape 1">
            <a:extLst>
              <a:ext uri="{FF2B5EF4-FFF2-40B4-BE49-F238E27FC236}">
                <a16:creationId xmlns:a16="http://schemas.microsoft.com/office/drawing/2014/main" id="{967D3E04-8EA1-E3C2-C8E3-747AC187A5D7}"/>
              </a:ext>
            </a:extLst>
          </p:cNvPr>
          <p:cNvSpPr txBox="1"/>
          <p:nvPr/>
        </p:nvSpPr>
        <p:spPr>
          <a:xfrm>
            <a:off x="504000" y="388080"/>
            <a:ext cx="9071640" cy="677160"/>
          </a:xfrm>
          <a:prstGeom prst="rect">
            <a:avLst/>
          </a:prstGeom>
          <a:noFill/>
          <a:ln w="12600">
            <a:noFill/>
          </a:ln>
        </p:spPr>
        <p:txBody>
          <a:bodyPr lIns="0" tIns="0" rIns="0" bIns="0" anchor="ctr" anchorCtr="1">
            <a:spAutoFit/>
          </a:bodyPr>
          <a:lstStyle/>
          <a:p>
            <a:pPr lvl="0" algn="ctr" eaLnBrk="1" fontAlgn="auto" hangingPunct="1">
              <a:spcBef>
                <a:spcPts val="0"/>
              </a:spcBef>
              <a:spcAft>
                <a:spcPts val="0"/>
              </a:spcAft>
              <a:defRPr/>
            </a:pPr>
            <a:r>
              <a:rPr lang="en-GB" sz="4400" i="1" spc="-1">
                <a:solidFill>
                  <a:schemeClr val="accent1"/>
                </a:solidFill>
                <a:latin typeface="Times New Roman"/>
                <a:ea typeface="Noto Sans CJK SC Regular"/>
              </a:rPr>
              <a:t>Thank you Jesus for the Blood</a:t>
            </a:r>
            <a:endParaRPr lang="en-GB" sz="4400" spc="-1">
              <a:solidFill>
                <a:schemeClr val="accent1"/>
              </a:solidFill>
              <a:latin typeface="Arial"/>
            </a:endParaRPr>
          </a:p>
        </p:txBody>
      </p:sp>
      <p:sp>
        <p:nvSpPr>
          <p:cNvPr id="2" name="TextBox 1">
            <a:extLst>
              <a:ext uri="{FF2B5EF4-FFF2-40B4-BE49-F238E27FC236}">
                <a16:creationId xmlns:a16="http://schemas.microsoft.com/office/drawing/2014/main" id="{14635AF3-F72E-8D75-CFCE-CC2A2EF10D7D}"/>
              </a:ext>
            </a:extLst>
          </p:cNvPr>
          <p:cNvSpPr txBox="1"/>
          <p:nvPr/>
        </p:nvSpPr>
        <p:spPr>
          <a:xfrm>
            <a:off x="65088" y="987425"/>
            <a:ext cx="9621837" cy="4589333"/>
          </a:xfrm>
          <a:prstGeom prst="rect">
            <a:avLst/>
          </a:prstGeom>
          <a:noFill/>
        </p:spPr>
        <p:txBody>
          <a:bodyPr>
            <a:spAutoFit/>
          </a:bodyPr>
          <a:lstStyle/>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You took my place, laid inside my tomb of sin</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You were buried for three days but then You walked right out again</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Now death has no sting and life has no end</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For I have been transformed by the blood of the Lamb</a:t>
            </a:r>
            <a:endParaRPr lang="en-GB" sz="3200" spc="-1">
              <a:solidFill>
                <a:prstClr val="black"/>
              </a:solidFill>
              <a:latin typeface="Arial Black"/>
            </a:endParaRPr>
          </a:p>
        </p:txBody>
      </p:sp>
    </p:spTree>
    <p:extLst>
      <p:ext uri="{BB962C8B-B14F-4D97-AF65-F5344CB8AC3E}">
        <p14:creationId xmlns:p14="http://schemas.microsoft.com/office/powerpoint/2010/main" val="2801283281"/>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9046A-8657-D8FB-22B8-F280A1CB8AB4}"/>
            </a:ext>
          </a:extLst>
        </p:cNvPr>
        <p:cNvGrpSpPr/>
        <p:nvPr/>
      </p:nvGrpSpPr>
      <p:grpSpPr>
        <a:xfrm>
          <a:off x="0" y="0"/>
          <a:ext cx="0" cy="0"/>
          <a:chOff x="0" y="0"/>
          <a:chExt cx="0" cy="0"/>
        </a:xfrm>
      </p:grpSpPr>
      <p:sp>
        <p:nvSpPr>
          <p:cNvPr id="540" name="TextShape 1">
            <a:extLst>
              <a:ext uri="{FF2B5EF4-FFF2-40B4-BE49-F238E27FC236}">
                <a16:creationId xmlns:a16="http://schemas.microsoft.com/office/drawing/2014/main" id="{E09F8D47-C70A-3EE7-6D8E-786BF0D53777}"/>
              </a:ext>
            </a:extLst>
          </p:cNvPr>
          <p:cNvSpPr txBox="1"/>
          <p:nvPr/>
        </p:nvSpPr>
        <p:spPr>
          <a:xfrm>
            <a:off x="504000" y="388080"/>
            <a:ext cx="9071640" cy="677160"/>
          </a:xfrm>
          <a:prstGeom prst="rect">
            <a:avLst/>
          </a:prstGeom>
          <a:noFill/>
          <a:ln w="12600">
            <a:noFill/>
          </a:ln>
        </p:spPr>
        <p:txBody>
          <a:bodyPr lIns="0" tIns="0" rIns="0" bIns="0" anchor="ctr" anchorCtr="1">
            <a:spAutoFit/>
          </a:bodyPr>
          <a:lstStyle/>
          <a:p>
            <a:pPr lvl="0" algn="ctr" eaLnBrk="1" fontAlgn="auto" hangingPunct="1">
              <a:spcBef>
                <a:spcPts val="0"/>
              </a:spcBef>
              <a:spcAft>
                <a:spcPts val="0"/>
              </a:spcAft>
              <a:defRPr/>
            </a:pPr>
            <a:r>
              <a:rPr lang="en-GB" sz="4400" i="1" spc="-1">
                <a:solidFill>
                  <a:schemeClr val="accent1"/>
                </a:solidFill>
                <a:latin typeface="Times New Roman"/>
                <a:ea typeface="Noto Sans CJK SC Regular"/>
              </a:rPr>
              <a:t>Thank you Jesus for the Blood</a:t>
            </a:r>
            <a:endParaRPr lang="en-GB" sz="4400" spc="-1">
              <a:solidFill>
                <a:schemeClr val="accent1"/>
              </a:solidFill>
              <a:latin typeface="Arial"/>
            </a:endParaRPr>
          </a:p>
        </p:txBody>
      </p:sp>
      <p:sp>
        <p:nvSpPr>
          <p:cNvPr id="2" name="TextBox 1">
            <a:extLst>
              <a:ext uri="{FF2B5EF4-FFF2-40B4-BE49-F238E27FC236}">
                <a16:creationId xmlns:a16="http://schemas.microsoft.com/office/drawing/2014/main" id="{7C834C46-F472-79E3-FDB5-EB0EAA0A7023}"/>
              </a:ext>
            </a:extLst>
          </p:cNvPr>
          <p:cNvSpPr txBox="1"/>
          <p:nvPr/>
        </p:nvSpPr>
        <p:spPr>
          <a:xfrm>
            <a:off x="65088" y="987425"/>
            <a:ext cx="9621837" cy="3456716"/>
          </a:xfrm>
          <a:prstGeom prst="rect">
            <a:avLst/>
          </a:prstGeom>
          <a:noFill/>
        </p:spPr>
        <p:txBody>
          <a:bodyPr>
            <a:spAutoFit/>
          </a:bodyPr>
          <a:lstStyle/>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There is nothing stronger </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Than the wonder working power of the blood the blood</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That calls us sons and daughters </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We are ransomed by our Father </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Through the blood </a:t>
            </a:r>
          </a:p>
        </p:txBody>
      </p:sp>
    </p:spTree>
    <p:extLst>
      <p:ext uri="{BB962C8B-B14F-4D97-AF65-F5344CB8AC3E}">
        <p14:creationId xmlns:p14="http://schemas.microsoft.com/office/powerpoint/2010/main" val="2801337780"/>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8C430-87A2-1EC2-A48C-114E7E2E5AAE}"/>
            </a:ext>
          </a:extLst>
        </p:cNvPr>
        <p:cNvGrpSpPr/>
        <p:nvPr/>
      </p:nvGrpSpPr>
      <p:grpSpPr>
        <a:xfrm>
          <a:off x="0" y="0"/>
          <a:ext cx="0" cy="0"/>
          <a:chOff x="0" y="0"/>
          <a:chExt cx="0" cy="0"/>
        </a:xfrm>
      </p:grpSpPr>
      <p:sp>
        <p:nvSpPr>
          <p:cNvPr id="540" name="TextShape 1">
            <a:extLst>
              <a:ext uri="{FF2B5EF4-FFF2-40B4-BE49-F238E27FC236}">
                <a16:creationId xmlns:a16="http://schemas.microsoft.com/office/drawing/2014/main" id="{2CCCB9B1-888B-DCDF-DC3C-F2AA73C864D2}"/>
              </a:ext>
            </a:extLst>
          </p:cNvPr>
          <p:cNvSpPr txBox="1"/>
          <p:nvPr/>
        </p:nvSpPr>
        <p:spPr>
          <a:xfrm>
            <a:off x="504000" y="388080"/>
            <a:ext cx="9071640" cy="677160"/>
          </a:xfrm>
          <a:prstGeom prst="rect">
            <a:avLst/>
          </a:prstGeom>
          <a:noFill/>
          <a:ln w="12600">
            <a:noFill/>
          </a:ln>
        </p:spPr>
        <p:txBody>
          <a:bodyPr lIns="0" tIns="0" rIns="0" bIns="0" anchor="ctr" anchorCtr="1">
            <a:spAutoFit/>
          </a:bodyPr>
          <a:lstStyle/>
          <a:p>
            <a:pPr lvl="0" algn="ctr" eaLnBrk="1" fontAlgn="auto" hangingPunct="1">
              <a:spcBef>
                <a:spcPts val="0"/>
              </a:spcBef>
              <a:spcAft>
                <a:spcPts val="0"/>
              </a:spcAft>
              <a:defRPr/>
            </a:pPr>
            <a:r>
              <a:rPr lang="en-GB" sz="4400" i="1" spc="-1">
                <a:solidFill>
                  <a:schemeClr val="accent1"/>
                </a:solidFill>
                <a:latin typeface="Times New Roman"/>
                <a:ea typeface="Noto Sans CJK SC Regular"/>
              </a:rPr>
              <a:t>Thank you Jesus for the Blood</a:t>
            </a:r>
            <a:endParaRPr lang="en-GB" sz="4400" spc="-1">
              <a:solidFill>
                <a:schemeClr val="accent1"/>
              </a:solidFill>
              <a:latin typeface="Arial"/>
            </a:endParaRPr>
          </a:p>
        </p:txBody>
      </p:sp>
      <p:sp>
        <p:nvSpPr>
          <p:cNvPr id="2" name="TextBox 1">
            <a:extLst>
              <a:ext uri="{FF2B5EF4-FFF2-40B4-BE49-F238E27FC236}">
                <a16:creationId xmlns:a16="http://schemas.microsoft.com/office/drawing/2014/main" id="{FF6AB3D6-0203-B2AC-F4B4-EFA6E72776E1}"/>
              </a:ext>
            </a:extLst>
          </p:cNvPr>
          <p:cNvSpPr txBox="1"/>
          <p:nvPr/>
        </p:nvSpPr>
        <p:spPr>
          <a:xfrm>
            <a:off x="65088" y="987425"/>
            <a:ext cx="9621837" cy="4023024"/>
          </a:xfrm>
          <a:prstGeom prst="rect">
            <a:avLst/>
          </a:prstGeom>
          <a:noFill/>
        </p:spPr>
        <p:txBody>
          <a:bodyPr>
            <a:spAutoFit/>
          </a:bodyPr>
          <a:lstStyle/>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There is nothing stronger </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than the wonder working power of the blood the blood</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That calls us sons and daughters </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We are ransomed by our Father </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Through the Blood </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The Blood </a:t>
            </a:r>
          </a:p>
        </p:txBody>
      </p:sp>
    </p:spTree>
    <p:extLst>
      <p:ext uri="{BB962C8B-B14F-4D97-AF65-F5344CB8AC3E}">
        <p14:creationId xmlns:p14="http://schemas.microsoft.com/office/powerpoint/2010/main" val="3262202706"/>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7A8EE-530E-AC35-A6CB-A87BC5D645CB}"/>
            </a:ext>
          </a:extLst>
        </p:cNvPr>
        <p:cNvGrpSpPr/>
        <p:nvPr/>
      </p:nvGrpSpPr>
      <p:grpSpPr>
        <a:xfrm>
          <a:off x="0" y="0"/>
          <a:ext cx="0" cy="0"/>
          <a:chOff x="0" y="0"/>
          <a:chExt cx="0" cy="0"/>
        </a:xfrm>
      </p:grpSpPr>
      <p:sp>
        <p:nvSpPr>
          <p:cNvPr id="540" name="TextShape 1">
            <a:extLst>
              <a:ext uri="{FF2B5EF4-FFF2-40B4-BE49-F238E27FC236}">
                <a16:creationId xmlns:a16="http://schemas.microsoft.com/office/drawing/2014/main" id="{91C22734-7999-BD51-B776-4D1776DBACD5}"/>
              </a:ext>
            </a:extLst>
          </p:cNvPr>
          <p:cNvSpPr txBox="1"/>
          <p:nvPr/>
        </p:nvSpPr>
        <p:spPr>
          <a:xfrm>
            <a:off x="504000" y="388080"/>
            <a:ext cx="9071640" cy="677160"/>
          </a:xfrm>
          <a:prstGeom prst="rect">
            <a:avLst/>
          </a:prstGeom>
          <a:noFill/>
          <a:ln w="12600">
            <a:noFill/>
          </a:ln>
        </p:spPr>
        <p:txBody>
          <a:bodyPr lIns="0" tIns="0" rIns="0" bIns="0" anchor="ctr" anchorCtr="1">
            <a:spAutoFit/>
          </a:bodyPr>
          <a:lstStyle/>
          <a:p>
            <a:pPr lvl="0" algn="ctr" eaLnBrk="1" fontAlgn="auto" hangingPunct="1">
              <a:spcBef>
                <a:spcPts val="0"/>
              </a:spcBef>
              <a:spcAft>
                <a:spcPts val="0"/>
              </a:spcAft>
              <a:defRPr/>
            </a:pPr>
            <a:r>
              <a:rPr lang="en-GB" sz="4400" i="1" spc="-1">
                <a:solidFill>
                  <a:schemeClr val="accent1"/>
                </a:solidFill>
                <a:latin typeface="Times New Roman"/>
                <a:ea typeface="Noto Sans CJK SC Regular"/>
              </a:rPr>
              <a:t>Thank you Jesus for the Blood</a:t>
            </a:r>
            <a:endParaRPr lang="en-GB" sz="4400" spc="-1">
              <a:solidFill>
                <a:schemeClr val="accent1"/>
              </a:solidFill>
              <a:latin typeface="Arial"/>
            </a:endParaRPr>
          </a:p>
        </p:txBody>
      </p:sp>
      <p:sp>
        <p:nvSpPr>
          <p:cNvPr id="2" name="TextBox 1">
            <a:extLst>
              <a:ext uri="{FF2B5EF4-FFF2-40B4-BE49-F238E27FC236}">
                <a16:creationId xmlns:a16="http://schemas.microsoft.com/office/drawing/2014/main" id="{C5301999-AC46-2B60-9B10-0B08CD550374}"/>
              </a:ext>
            </a:extLst>
          </p:cNvPr>
          <p:cNvSpPr txBox="1"/>
          <p:nvPr/>
        </p:nvSpPr>
        <p:spPr>
          <a:xfrm>
            <a:off x="65088" y="987425"/>
            <a:ext cx="9621837" cy="4023024"/>
          </a:xfrm>
          <a:prstGeom prst="rect">
            <a:avLst/>
          </a:prstGeom>
          <a:noFill/>
        </p:spPr>
        <p:txBody>
          <a:bodyPr>
            <a:spAutoFit/>
          </a:bodyPr>
          <a:lstStyle/>
          <a:p>
            <a:pPr marL="360000" eaLnBrk="1" fontAlgn="auto" hangingPunct="1">
              <a:lnSpc>
                <a:spcPct val="115000"/>
              </a:lnSpc>
              <a:spcBef>
                <a:spcPts val="0"/>
              </a:spcBef>
              <a:spcAft>
                <a:spcPts val="0"/>
              </a:spcAft>
              <a:buClr>
                <a:srgbClr val="000000"/>
              </a:buClr>
              <a:buSzPct val="45000"/>
              <a:defRPr/>
            </a:pPr>
            <a:r>
              <a:rPr lang="en-US" sz="3200" i="1" spc="-1">
                <a:solidFill>
                  <a:prstClr val="black"/>
                </a:solidFill>
                <a:latin typeface="Arial Black"/>
                <a:ea typeface="ArialMT"/>
              </a:rPr>
              <a:t>Thank You Jesus, for the blood applied</a:t>
            </a:r>
          </a:p>
          <a:p>
            <a:pPr marL="360000" eaLnBrk="1" fontAlgn="auto" hangingPunct="1">
              <a:lnSpc>
                <a:spcPct val="115000"/>
              </a:lnSpc>
              <a:spcBef>
                <a:spcPts val="0"/>
              </a:spcBef>
              <a:spcAft>
                <a:spcPts val="0"/>
              </a:spcAft>
              <a:buClr>
                <a:srgbClr val="000000"/>
              </a:buClr>
              <a:buSzPct val="45000"/>
              <a:defRPr/>
            </a:pPr>
            <a:r>
              <a:rPr lang="en-US" sz="3200" i="1" spc="-1">
                <a:solidFill>
                  <a:prstClr val="black"/>
                </a:solidFill>
                <a:latin typeface="Arial Black"/>
                <a:ea typeface="ArialMT"/>
              </a:rPr>
              <a:t>Thank You Jesus, it has washed me white</a:t>
            </a:r>
          </a:p>
          <a:p>
            <a:pPr marL="360000" eaLnBrk="1" fontAlgn="auto" hangingPunct="1">
              <a:lnSpc>
                <a:spcPct val="115000"/>
              </a:lnSpc>
              <a:spcBef>
                <a:spcPts val="0"/>
              </a:spcBef>
              <a:spcAft>
                <a:spcPts val="0"/>
              </a:spcAft>
              <a:buClr>
                <a:srgbClr val="000000"/>
              </a:buClr>
              <a:buSzPct val="45000"/>
              <a:defRPr/>
            </a:pPr>
            <a:r>
              <a:rPr lang="en-US" sz="3200" i="1" spc="-1">
                <a:solidFill>
                  <a:prstClr val="black"/>
                </a:solidFill>
                <a:latin typeface="Arial Black"/>
                <a:ea typeface="ArialMT"/>
              </a:rPr>
              <a:t>Thank You Jesus, You have saved my life </a:t>
            </a:r>
          </a:p>
          <a:p>
            <a:pPr marL="360000" eaLnBrk="1" fontAlgn="auto" hangingPunct="1">
              <a:lnSpc>
                <a:spcPct val="115000"/>
              </a:lnSpc>
              <a:spcBef>
                <a:spcPts val="0"/>
              </a:spcBef>
              <a:spcAft>
                <a:spcPts val="0"/>
              </a:spcAft>
              <a:buClr>
                <a:srgbClr val="000000"/>
              </a:buClr>
              <a:buSzPct val="45000"/>
              <a:defRPr/>
            </a:pPr>
            <a:r>
              <a:rPr lang="en-US" sz="3200" i="1" spc="-1">
                <a:solidFill>
                  <a:prstClr val="black"/>
                </a:solidFill>
                <a:latin typeface="Arial Black"/>
                <a:ea typeface="ArialMT"/>
              </a:rPr>
              <a:t>Brought me from the darkness into glorious light</a:t>
            </a:r>
            <a:endParaRPr lang="en-GB" sz="3200" i="1" spc="-1">
              <a:solidFill>
                <a:prstClr val="black"/>
              </a:solidFill>
              <a:latin typeface="Arial Black"/>
            </a:endParaRPr>
          </a:p>
        </p:txBody>
      </p:sp>
    </p:spTree>
    <p:extLst>
      <p:ext uri="{BB962C8B-B14F-4D97-AF65-F5344CB8AC3E}">
        <p14:creationId xmlns:p14="http://schemas.microsoft.com/office/powerpoint/2010/main" val="3440708695"/>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24431-AFEA-E023-4DB9-260B494ED90C}"/>
            </a:ext>
          </a:extLst>
        </p:cNvPr>
        <p:cNvGrpSpPr/>
        <p:nvPr/>
      </p:nvGrpSpPr>
      <p:grpSpPr>
        <a:xfrm>
          <a:off x="0" y="0"/>
          <a:ext cx="0" cy="0"/>
          <a:chOff x="0" y="0"/>
          <a:chExt cx="0" cy="0"/>
        </a:xfrm>
      </p:grpSpPr>
      <p:sp>
        <p:nvSpPr>
          <p:cNvPr id="540" name="TextShape 1">
            <a:extLst>
              <a:ext uri="{FF2B5EF4-FFF2-40B4-BE49-F238E27FC236}">
                <a16:creationId xmlns:a16="http://schemas.microsoft.com/office/drawing/2014/main" id="{CE3B4BAB-7911-1C60-AD18-1470A9184F36}"/>
              </a:ext>
            </a:extLst>
          </p:cNvPr>
          <p:cNvSpPr txBox="1"/>
          <p:nvPr/>
        </p:nvSpPr>
        <p:spPr>
          <a:xfrm>
            <a:off x="504000" y="388080"/>
            <a:ext cx="9071640" cy="677160"/>
          </a:xfrm>
          <a:prstGeom prst="rect">
            <a:avLst/>
          </a:prstGeom>
          <a:noFill/>
          <a:ln w="12600">
            <a:noFill/>
          </a:ln>
        </p:spPr>
        <p:txBody>
          <a:bodyPr lIns="0" tIns="0" rIns="0" bIns="0" anchor="ctr" anchorCtr="1">
            <a:spAutoFit/>
          </a:bodyPr>
          <a:lstStyle/>
          <a:p>
            <a:pPr lvl="0" algn="ctr" eaLnBrk="1" fontAlgn="auto" hangingPunct="1">
              <a:spcBef>
                <a:spcPts val="0"/>
              </a:spcBef>
              <a:spcAft>
                <a:spcPts val="0"/>
              </a:spcAft>
              <a:defRPr/>
            </a:pPr>
            <a:r>
              <a:rPr lang="en-GB" sz="4400" i="1" spc="-1">
                <a:solidFill>
                  <a:schemeClr val="accent1"/>
                </a:solidFill>
                <a:latin typeface="Times New Roman"/>
                <a:ea typeface="Noto Sans CJK SC Regular"/>
              </a:rPr>
              <a:t>Thank you Jesus for the Blood</a:t>
            </a:r>
            <a:endParaRPr lang="en-GB" sz="4400" spc="-1">
              <a:solidFill>
                <a:schemeClr val="accent1"/>
              </a:solidFill>
              <a:latin typeface="Arial"/>
            </a:endParaRPr>
          </a:p>
        </p:txBody>
      </p:sp>
      <p:sp>
        <p:nvSpPr>
          <p:cNvPr id="2" name="TextBox 1">
            <a:extLst>
              <a:ext uri="{FF2B5EF4-FFF2-40B4-BE49-F238E27FC236}">
                <a16:creationId xmlns:a16="http://schemas.microsoft.com/office/drawing/2014/main" id="{6B5FF4A9-CD66-2C1E-6475-89C993108D4C}"/>
              </a:ext>
            </a:extLst>
          </p:cNvPr>
          <p:cNvSpPr txBox="1"/>
          <p:nvPr/>
        </p:nvSpPr>
        <p:spPr>
          <a:xfrm>
            <a:off x="65088" y="987425"/>
            <a:ext cx="9621837" cy="2324098"/>
          </a:xfrm>
          <a:prstGeom prst="rect">
            <a:avLst/>
          </a:prstGeom>
          <a:noFill/>
        </p:spPr>
        <p:txBody>
          <a:bodyPr>
            <a:spAutoFit/>
          </a:bodyPr>
          <a:lstStyle/>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Glory to His Name</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Glory to His name</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There to my heart was his blood applied</a:t>
            </a:r>
          </a:p>
          <a:p>
            <a:pPr marL="360000" eaLnBrk="1" fontAlgn="auto" hangingPunct="1">
              <a:lnSpc>
                <a:spcPct val="115000"/>
              </a:lnSpc>
              <a:spcBef>
                <a:spcPts val="0"/>
              </a:spcBef>
              <a:spcAft>
                <a:spcPts val="0"/>
              </a:spcAft>
              <a:buClr>
                <a:srgbClr val="000000"/>
              </a:buClr>
              <a:buSzPct val="45000"/>
              <a:defRPr/>
            </a:pPr>
            <a:r>
              <a:rPr lang="en-US" sz="3200" spc="-1">
                <a:solidFill>
                  <a:prstClr val="black"/>
                </a:solidFill>
                <a:latin typeface="Arial Black"/>
                <a:ea typeface="ArialMT"/>
              </a:rPr>
              <a:t>Glory to his name</a:t>
            </a:r>
          </a:p>
        </p:txBody>
      </p:sp>
      <p:sp>
        <p:nvSpPr>
          <p:cNvPr id="3" name="TextBox 4">
            <a:extLst>
              <a:ext uri="{FF2B5EF4-FFF2-40B4-BE49-F238E27FC236}">
                <a16:creationId xmlns:a16="http://schemas.microsoft.com/office/drawing/2014/main" id="{27ECA180-9F02-26BE-D831-0B6E692495DB}"/>
              </a:ext>
            </a:extLst>
          </p:cNvPr>
          <p:cNvSpPr txBox="1">
            <a:spLocks noChangeArrowheads="1"/>
          </p:cNvSpPr>
          <p:nvPr/>
        </p:nvSpPr>
        <p:spPr bwMode="auto">
          <a:xfrm>
            <a:off x="6366355" y="5186363"/>
            <a:ext cx="414655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413"/>
              </a:spcBef>
              <a:defRPr sz="1400">
                <a:solidFill>
                  <a:srgbClr val="000000"/>
                </a:solidFill>
                <a:latin typeface="Arial" panose="020B0604020202020204" pitchFamily="34" charset="0"/>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cs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cs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cs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cs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cs typeface="Arial" panose="020B0604020202020204" pitchFamily="34" charset="0"/>
              </a:defRPr>
            </a:lvl9pPr>
          </a:lstStyle>
          <a:p>
            <a:pPr eaLnBrk="1" hangingPunct="1">
              <a:spcBef>
                <a:spcPct val="0"/>
              </a:spcBef>
            </a:pPr>
            <a:endParaRPr lang="en-GB" altLang="en-US" sz="1800">
              <a:solidFill>
                <a:schemeClr val="tx1"/>
              </a:solidFill>
              <a:latin typeface="Calibri" panose="020F0502020204030204" pitchFamily="34" charset="0"/>
            </a:endParaRPr>
          </a:p>
          <a:p>
            <a:pPr eaLnBrk="1" hangingPunct="1">
              <a:spcBef>
                <a:spcPct val="0"/>
              </a:spcBef>
            </a:pPr>
            <a:r>
              <a:rPr lang="en-US" altLang="en-US" sz="1800">
                <a:solidFill>
                  <a:schemeClr val="tx1"/>
                </a:solidFill>
                <a:latin typeface="Calibri" panose="020F0502020204030204" pitchFamily="34" charset="0"/>
              </a:rPr>
              <a:t>Authors: Charity Gayle, Ryan Kennedy, Steven Musso,</a:t>
            </a:r>
          </a:p>
          <a:p>
            <a:pPr eaLnBrk="1" hangingPunct="1">
              <a:spcBef>
                <a:spcPct val="0"/>
              </a:spcBef>
            </a:pPr>
            <a:r>
              <a:rPr lang="en-US" altLang="en-US" sz="1800">
                <a:solidFill>
                  <a:schemeClr val="tx1"/>
                </a:solidFill>
                <a:latin typeface="Calibri" panose="020F0502020204030204" pitchFamily="34" charset="0"/>
              </a:rPr>
              <a:t>David Gentiles, Bryan McCleery </a:t>
            </a:r>
            <a:r>
              <a:rPr lang="en-GB" altLang="en-US" sz="1800">
                <a:solidFill>
                  <a:schemeClr val="tx1"/>
                </a:solidFill>
                <a:latin typeface="Calibri" panose="020F0502020204030204" pitchFamily="34" charset="0"/>
              </a:rPr>
              <a:t>CCL 522221</a:t>
            </a:r>
          </a:p>
          <a:p>
            <a:pPr eaLnBrk="1" hangingPunct="1">
              <a:spcBef>
                <a:spcPct val="0"/>
              </a:spcBef>
            </a:pPr>
            <a:endParaRPr lang="en-GB" altLang="en-US" sz="1800">
              <a:solidFill>
                <a:schemeClr val="tx1"/>
              </a:solidFill>
              <a:latin typeface="Calibri" panose="020F0502020204030204" pitchFamily="34" charset="0"/>
            </a:endParaRPr>
          </a:p>
        </p:txBody>
      </p:sp>
    </p:spTree>
    <p:extLst>
      <p:ext uri="{BB962C8B-B14F-4D97-AF65-F5344CB8AC3E}">
        <p14:creationId xmlns:p14="http://schemas.microsoft.com/office/powerpoint/2010/main" val="3704899662"/>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extShape 1"/>
          <p:cNvSpPr txBox="1"/>
          <p:nvPr/>
        </p:nvSpPr>
        <p:spPr>
          <a:xfrm>
            <a:off x="504000" y="388080"/>
            <a:ext cx="9071640" cy="677160"/>
          </a:xfrm>
          <a:prstGeom prst="rect">
            <a:avLst/>
          </a:prstGeom>
          <a:noFill/>
          <a:ln w="12600">
            <a:noFill/>
          </a:ln>
        </p:spPr>
        <p:txBody>
          <a:bodyPr lIns="0" tIns="0" rIns="0" bIns="0"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0" i="1" u="none" strike="noStrike" kern="1200" cap="none" spc="-1" normalizeH="0" baseline="0" noProof="0">
                <a:ln>
                  <a:noFill/>
                </a:ln>
                <a:solidFill>
                  <a:schemeClr val="accent1"/>
                </a:solidFill>
                <a:effectLst/>
                <a:uLnTx/>
                <a:uFillTx/>
                <a:latin typeface="Times New Roman"/>
                <a:ea typeface="Noto Sans CJK SC Regular"/>
              </a:rPr>
              <a:t>Final Blessing</a:t>
            </a:r>
            <a:endParaRPr kumimoji="0" lang="en-GB" sz="4400" b="0" i="0" u="none" strike="noStrike" kern="1200" cap="none" spc="-1" normalizeH="0" baseline="0" noProof="0">
              <a:ln>
                <a:noFill/>
              </a:ln>
              <a:solidFill>
                <a:schemeClr val="accent1"/>
              </a:solidFill>
              <a:effectLst/>
              <a:uLnTx/>
              <a:uFillTx/>
              <a:latin typeface="Arial"/>
            </a:endParaRPr>
          </a:p>
        </p:txBody>
      </p:sp>
      <p:sp>
        <p:nvSpPr>
          <p:cNvPr id="541" name="TextShape 2"/>
          <p:cNvSpPr txBox="1"/>
          <p:nvPr/>
        </p:nvSpPr>
        <p:spPr>
          <a:xfrm>
            <a:off x="504000" y="1296000"/>
            <a:ext cx="9071640" cy="4529447"/>
          </a:xfrm>
          <a:prstGeom prst="rect">
            <a:avLst/>
          </a:prstGeom>
          <a:solidFill>
            <a:srgbClr val="FFFFFF"/>
          </a:solidFill>
          <a:ln w="12600">
            <a:noFill/>
          </a:ln>
        </p:spPr>
        <p:txBody>
          <a:bodyPr lIns="0" tIns="0" rIns="0" bIns="0">
            <a:normAutofit/>
          </a:bodyPr>
          <a:lstStyle/>
          <a:p>
            <a:pPr marL="360000" marR="360000">
              <a:lnSpc>
                <a:spcPct val="115000"/>
              </a:lnSpc>
              <a:spcBef>
                <a:spcPts val="0"/>
              </a:spcBef>
              <a:defRPr/>
            </a:pPr>
            <a:r>
              <a:rPr lang="en-US" sz="3200" i="1">
                <a:solidFill>
                  <a:schemeClr val="accent1"/>
                </a:solidFill>
                <a:latin typeface="Times New Roman" panose="02020603050405020304" pitchFamily="18" charset="0"/>
                <a:cs typeface="Times New Roman" panose="02020603050405020304" pitchFamily="18" charset="0"/>
              </a:rPr>
              <a:t>Minister. </a:t>
            </a:r>
            <a:r>
              <a:rPr kumimoji="0" lang="en-GB" sz="3200" b="0" i="0" u="none" strike="noStrike" kern="1200" cap="none" spc="-1" normalizeH="0" baseline="0" noProof="0">
                <a:ln>
                  <a:noFill/>
                </a:ln>
                <a:solidFill>
                  <a:prstClr val="black"/>
                </a:solidFill>
                <a:effectLst/>
                <a:uLnTx/>
                <a:uFillTx/>
                <a:latin typeface="Arial Black"/>
                <a:ea typeface="+mn-ea"/>
                <a:cs typeface="+mn-cs"/>
              </a:rPr>
              <a:t>The peace of God, which passes all understanding, keep your hearts and minds in the knowledge and love of God, and of his Son Jesus Christ our Lord: and the blessing of God Almighty, the Father, the Son, and the Holy Spirit, be amongst you and remain with you always. </a:t>
            </a:r>
            <a:r>
              <a:rPr kumimoji="0" lang="en-GB" sz="3200" b="0" i="1" u="none" strike="noStrike" kern="1200" cap="none" spc="-1" normalizeH="0" baseline="0" noProof="0">
                <a:ln>
                  <a:noFill/>
                </a:ln>
                <a:solidFill>
                  <a:schemeClr val="accent1"/>
                </a:solidFill>
                <a:effectLst/>
                <a:uLnTx/>
                <a:uFillTx/>
                <a:latin typeface="Arial Black"/>
                <a:ea typeface="+mn-ea"/>
                <a:cs typeface="+mn-cs"/>
              </a:rPr>
              <a:t>Amen</a:t>
            </a:r>
            <a:endParaRPr kumimoji="0" lang="en-GB" sz="3200" b="0" i="0" u="none" strike="noStrike" kern="1200" cap="none" spc="-1" normalizeH="0" baseline="0" noProof="0">
              <a:ln>
                <a:noFill/>
              </a:ln>
              <a:solidFill>
                <a:schemeClr val="accent1"/>
              </a:solidFill>
              <a:effectLst/>
              <a:uLnTx/>
              <a:uFillTx/>
              <a:latin typeface="Arial Black"/>
              <a:ea typeface="+mn-ea"/>
              <a:cs typeface="+mn-cs"/>
            </a:endParaRPr>
          </a:p>
        </p:txBody>
      </p:sp>
    </p:spTree>
    <p:extLst>
      <p:ext uri="{BB962C8B-B14F-4D97-AF65-F5344CB8AC3E}">
        <p14:creationId xmlns:p14="http://schemas.microsoft.com/office/powerpoint/2010/main" val="695687137"/>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TextShape 1"/>
          <p:cNvSpPr txBox="1"/>
          <p:nvPr/>
        </p:nvSpPr>
        <p:spPr>
          <a:xfrm>
            <a:off x="504000" y="388106"/>
            <a:ext cx="9071640" cy="677108"/>
          </a:xfrm>
          <a:prstGeom prst="rect">
            <a:avLst/>
          </a:prstGeom>
          <a:noFill/>
          <a:ln>
            <a:noFill/>
          </a:ln>
        </p:spPr>
        <p:txBody>
          <a:bodyPr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4400" i="1" spc="-1">
                <a:solidFill>
                  <a:schemeClr val="accent1"/>
                </a:solidFill>
                <a:latin typeface="Times New Roman"/>
                <a:ea typeface="DejaVu Sans"/>
                <a:cs typeface="DejaVu Sans"/>
              </a:rPr>
              <a:t>Join us for refreshments</a:t>
            </a:r>
            <a:endParaRPr kumimoji="0" lang="en-GB" sz="4400" i="0" u="none" strike="noStrike" kern="1200" cap="none" spc="-1" normalizeH="0" baseline="0" noProof="0">
              <a:ln>
                <a:noFill/>
              </a:ln>
              <a:solidFill>
                <a:schemeClr val="accent1"/>
              </a:solidFill>
              <a:effectLst/>
              <a:uLnTx/>
              <a:uFillTx/>
              <a:latin typeface="Goudy Old Style"/>
              <a:ea typeface="DejaVu Sans"/>
              <a:cs typeface="DejaVu Sans"/>
            </a:endParaRPr>
          </a:p>
        </p:txBody>
      </p:sp>
      <p:sp>
        <p:nvSpPr>
          <p:cNvPr id="4" name="Rectangle: Rounded Corners 3">
            <a:extLst>
              <a:ext uri="{FF2B5EF4-FFF2-40B4-BE49-F238E27FC236}">
                <a16:creationId xmlns:a16="http://schemas.microsoft.com/office/drawing/2014/main" id="{9F2B6F33-4C6D-90A6-A602-63DB7CCB1A2D}"/>
              </a:ext>
            </a:extLst>
          </p:cNvPr>
          <p:cNvSpPr/>
          <p:nvPr/>
        </p:nvSpPr>
        <p:spPr>
          <a:xfrm>
            <a:off x="2727016" y="6255143"/>
            <a:ext cx="4450619" cy="1238082"/>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descr="A blue cross and open book with text&#10;&#10;Description automatically generated">
            <a:extLst>
              <a:ext uri="{FF2B5EF4-FFF2-40B4-BE49-F238E27FC236}">
                <a16:creationId xmlns:a16="http://schemas.microsoft.com/office/drawing/2014/main" id="{4D374A80-15C9-9196-8F29-805543AE10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3369" y="1033657"/>
            <a:ext cx="6137912" cy="6137912"/>
          </a:xfrm>
          <a:prstGeom prst="rect">
            <a:avLst/>
          </a:prstGeom>
        </p:spPr>
      </p:pic>
    </p:spTree>
    <p:extLst>
      <p:ext uri="{BB962C8B-B14F-4D97-AF65-F5344CB8AC3E}">
        <p14:creationId xmlns:p14="http://schemas.microsoft.com/office/powerpoint/2010/main" val="168610384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C3D787BA932974CA5A50D0BDE94EA41" ma:contentTypeVersion="4" ma:contentTypeDescription="Create a new document." ma:contentTypeScope="" ma:versionID="7727f393b30697eb525e86842806fadf">
  <xsd:schema xmlns:xsd="http://www.w3.org/2001/XMLSchema" xmlns:xs="http://www.w3.org/2001/XMLSchema" xmlns:p="http://schemas.microsoft.com/office/2006/metadata/properties" xmlns:ns3="602a24b9-0284-46c0-ad5c-1865cb56caaf" targetNamespace="http://schemas.microsoft.com/office/2006/metadata/properties" ma:root="true" ma:fieldsID="cff0f66eadbece06252ce327d76a628a" ns3:_="">
    <xsd:import namespace="602a24b9-0284-46c0-ad5c-1865cb56caa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2a24b9-0284-46c0-ad5c-1865cb56caa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0C4B183-AD29-4E71-9D55-4DFEE0C31D1C}">
  <ds:schemaRefs>
    <ds:schemaRef ds:uri="http://schemas.microsoft.com/sharepoint/v3/contenttype/forms"/>
  </ds:schemaRefs>
</ds:datastoreItem>
</file>

<file path=customXml/itemProps2.xml><?xml version="1.0" encoding="utf-8"?>
<ds:datastoreItem xmlns:ds="http://schemas.openxmlformats.org/officeDocument/2006/customXml" ds:itemID="{1AB96724-238C-4452-B9A7-7E3EE6EC15A9}">
  <ds:schemaRefs>
    <ds:schemaRef ds:uri="602a24b9-0284-46c0-ad5c-1865cb56caa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9E1AF81-94AF-4F9C-8882-1CE39CA5C571}">
  <ds:schemaRefs>
    <ds:schemaRef ds:uri="http://purl.org/dc/dcmitype/"/>
    <ds:schemaRef ds:uri="http://schemas.microsoft.com/office/2006/metadata/properties"/>
    <ds:schemaRef ds:uri="http://schemas.microsoft.com/office/infopath/2007/PartnerControls"/>
    <ds:schemaRef ds:uri="http://schemas.microsoft.com/office/2006/documentManagement/types"/>
    <ds:schemaRef ds:uri="602a24b9-0284-46c0-ad5c-1865cb56caaf"/>
    <ds:schemaRef ds:uri="http://purl.org/dc/terms/"/>
    <ds:schemaRef ds:uri="http://purl.org/dc/elements/1.1/"/>
    <ds:schemaRef ds:uri="http://www.w3.org/XML/1998/namespace"/>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0</TotalTime>
  <Words>2259</Words>
  <Application>Microsoft Office PowerPoint</Application>
  <PresentationFormat>Custom</PresentationFormat>
  <Paragraphs>310</Paragraphs>
  <Slides>49</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Arial Black</vt:lpstr>
      <vt:lpstr>Calibri</vt:lpstr>
      <vt:lpstr>Goudy Old Style</vt:lpstr>
      <vt:lpstr>Liberation Sans</vt:lpstr>
      <vt:lpstr>Liberation Serif</vt:lpstr>
      <vt:lpstr>StarSymbol</vt:lpstr>
      <vt:lpstr>Times New Roman</vt:lpstr>
      <vt:lpstr>BLANK</vt:lpstr>
      <vt:lpstr>PowerPoint Presentation</vt:lpstr>
      <vt:lpstr>Notices </vt:lpstr>
      <vt:lpstr>Call to Worship</vt:lpstr>
      <vt:lpstr>The God of Abraham</vt:lpstr>
      <vt:lpstr>The God of Abraham</vt:lpstr>
      <vt:lpstr>The God of Abraham</vt:lpstr>
      <vt:lpstr>The God of Abraham</vt:lpstr>
      <vt:lpstr>The God of Abraham</vt:lpstr>
      <vt:lpstr>Prayer of Praise &amp; Adoration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God of the Covenant</vt:lpstr>
      <vt:lpstr>God of the Covenant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Sanlon</dc:creator>
  <cp:lastModifiedBy>Peter Sanlon</cp:lastModifiedBy>
  <cp:revision>2</cp:revision>
  <cp:lastPrinted>2022-02-18T11:29:31Z</cp:lastPrinted>
  <dcterms:modified xsi:type="dcterms:W3CDTF">2026-07-18T22:11:35Z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0x0101006C3D787BA932974CA5A50D0BDE94EA41</vt:lpwstr>
  </property>
</Properties>
</file>